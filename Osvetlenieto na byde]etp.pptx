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4" r:id="rId6"/>
    <p:sldId id="260" r:id="rId7"/>
    <p:sldId id="261" r:id="rId8"/>
    <p:sldId id="262" r:id="rId9"/>
    <p:sldId id="265" r:id="rId1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60"/>
  </p:normalViewPr>
  <p:slideViewPr>
    <p:cSldViewPr snapToGrid="0">
      <p:cViewPr varScale="1">
        <p:scale>
          <a:sx n="70" d="100"/>
          <a:sy n="70" d="100"/>
        </p:scale>
        <p:origin x="536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presProps" Target="presProps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ableStyles" Target="tableStyle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38B27EE-D47C-45C0-A5AC-D7F8702BA3BD}" type="doc">
      <dgm:prSet loTypeId="urn:microsoft.com/office/officeart/2005/8/layout/hierarchy1" loCatId="hierarchy" qsTypeId="urn:microsoft.com/office/officeart/2005/8/quickstyle/simple5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32C548D5-9278-4751-9738-C1500628051F}">
      <dgm:prSet/>
      <dgm:spPr/>
      <dgm:t>
        <a:bodyPr/>
        <a:lstStyle/>
        <a:p>
          <a:r>
            <a:rPr lang="bg-BG"/>
            <a:t>Соларните панели позволяват огряване на улиците без да се използва електроенергия, лампата сама да си я създава и през нощта да я използва.</a:t>
          </a:r>
          <a:endParaRPr lang="en-US"/>
        </a:p>
      </dgm:t>
    </dgm:pt>
    <dgm:pt modelId="{752C97F4-B9E1-4B6D-82AF-CD1D67E34513}" type="parTrans" cxnId="{8DB469D3-1994-424A-A221-B2CADC043B70}">
      <dgm:prSet/>
      <dgm:spPr/>
      <dgm:t>
        <a:bodyPr/>
        <a:lstStyle/>
        <a:p>
          <a:endParaRPr lang="en-US"/>
        </a:p>
      </dgm:t>
    </dgm:pt>
    <dgm:pt modelId="{4DA7A721-7E3D-497D-8F7D-17FA0D5BAE61}" type="sibTrans" cxnId="{8DB469D3-1994-424A-A221-B2CADC043B70}">
      <dgm:prSet/>
      <dgm:spPr/>
      <dgm:t>
        <a:bodyPr/>
        <a:lstStyle/>
        <a:p>
          <a:endParaRPr lang="en-US"/>
        </a:p>
      </dgm:t>
    </dgm:pt>
    <dgm:pt modelId="{3D8CF4BC-A06D-4D0C-860F-946A8A071653}">
      <dgm:prSet/>
      <dgm:spPr/>
      <dgm:t>
        <a:bodyPr/>
        <a:lstStyle/>
        <a:p>
          <a:r>
            <a:rPr lang="en-US" dirty="0" err="1"/>
            <a:t>Не</a:t>
          </a:r>
          <a:r>
            <a:rPr lang="en-US" dirty="0"/>
            <a:t> е </a:t>
          </a:r>
          <a:r>
            <a:rPr lang="en-US" dirty="0" err="1"/>
            <a:t>необходимо</a:t>
          </a:r>
          <a:r>
            <a:rPr lang="en-US" dirty="0"/>
            <a:t> </a:t>
          </a:r>
          <a:r>
            <a:rPr lang="en-US" dirty="0" err="1"/>
            <a:t>панелът</a:t>
          </a:r>
          <a:r>
            <a:rPr lang="en-US" dirty="0"/>
            <a:t> </a:t>
          </a:r>
          <a:r>
            <a:rPr lang="en-US" dirty="0" err="1"/>
            <a:t>да</a:t>
          </a:r>
          <a:r>
            <a:rPr lang="en-US" dirty="0"/>
            <a:t> е </a:t>
          </a:r>
          <a:r>
            <a:rPr lang="en-US" dirty="0" err="1"/>
            <a:t>ориентиран</a:t>
          </a:r>
          <a:r>
            <a:rPr lang="en-US" dirty="0"/>
            <a:t> </a:t>
          </a:r>
          <a:r>
            <a:rPr lang="en-US" dirty="0" err="1"/>
            <a:t>само</a:t>
          </a:r>
          <a:r>
            <a:rPr lang="en-US" dirty="0"/>
            <a:t> в </a:t>
          </a:r>
          <a:r>
            <a:rPr lang="en-US" dirty="0" err="1"/>
            <a:t>една</a:t>
          </a:r>
          <a:r>
            <a:rPr lang="en-US" dirty="0"/>
            <a:t> </a:t>
          </a:r>
          <a:r>
            <a:rPr lang="en-US" dirty="0" err="1"/>
            <a:t>посока</a:t>
          </a:r>
          <a:r>
            <a:rPr lang="bg-BG" dirty="0"/>
            <a:t>, като може да е във всички</a:t>
          </a:r>
          <a:r>
            <a:rPr lang="en-US" dirty="0"/>
            <a:t>.</a:t>
          </a:r>
        </a:p>
      </dgm:t>
    </dgm:pt>
    <dgm:pt modelId="{EFC2CE4F-100D-4B1F-835E-CB79DEB75A57}" type="parTrans" cxnId="{50D8936E-AEE0-473E-A6FA-297CA059EEBA}">
      <dgm:prSet/>
      <dgm:spPr/>
      <dgm:t>
        <a:bodyPr/>
        <a:lstStyle/>
        <a:p>
          <a:endParaRPr lang="en-US"/>
        </a:p>
      </dgm:t>
    </dgm:pt>
    <dgm:pt modelId="{B063807F-FDDE-4A3C-8742-9A0DDA2D61BC}" type="sibTrans" cxnId="{50D8936E-AEE0-473E-A6FA-297CA059EEBA}">
      <dgm:prSet/>
      <dgm:spPr/>
      <dgm:t>
        <a:bodyPr/>
        <a:lstStyle/>
        <a:p>
          <a:endParaRPr lang="en-US"/>
        </a:p>
      </dgm:t>
    </dgm:pt>
    <dgm:pt modelId="{78B9B277-142A-4A50-9154-743674876D52}" type="pres">
      <dgm:prSet presAssocID="{638B27EE-D47C-45C0-A5AC-D7F8702BA3BD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BB597769-A69D-4E0C-BD70-2A8FE4541FD0}" type="pres">
      <dgm:prSet presAssocID="{32C548D5-9278-4751-9738-C1500628051F}" presName="hierRoot1" presStyleCnt="0"/>
      <dgm:spPr/>
    </dgm:pt>
    <dgm:pt modelId="{853939E5-AA9D-4E31-B7AB-4EF1DCA0D059}" type="pres">
      <dgm:prSet presAssocID="{32C548D5-9278-4751-9738-C1500628051F}" presName="composite" presStyleCnt="0"/>
      <dgm:spPr/>
    </dgm:pt>
    <dgm:pt modelId="{68653851-B35C-44EB-A9AB-9D0D85547A68}" type="pres">
      <dgm:prSet presAssocID="{32C548D5-9278-4751-9738-C1500628051F}" presName="background" presStyleLbl="node0" presStyleIdx="0" presStyleCnt="2"/>
      <dgm:spPr/>
    </dgm:pt>
    <dgm:pt modelId="{3F39227A-3BCD-47D1-A50D-2D987D31C866}" type="pres">
      <dgm:prSet presAssocID="{32C548D5-9278-4751-9738-C1500628051F}" presName="text" presStyleLbl="fgAcc0" presStyleIdx="0" presStyleCnt="2">
        <dgm:presLayoutVars>
          <dgm:chPref val="3"/>
        </dgm:presLayoutVars>
      </dgm:prSet>
      <dgm:spPr/>
    </dgm:pt>
    <dgm:pt modelId="{489E193A-79C2-4906-9DA5-14000585FAE2}" type="pres">
      <dgm:prSet presAssocID="{32C548D5-9278-4751-9738-C1500628051F}" presName="hierChild2" presStyleCnt="0"/>
      <dgm:spPr/>
    </dgm:pt>
    <dgm:pt modelId="{7ED0DC2D-D919-4E0F-93E8-82973C7004FC}" type="pres">
      <dgm:prSet presAssocID="{3D8CF4BC-A06D-4D0C-860F-946A8A071653}" presName="hierRoot1" presStyleCnt="0"/>
      <dgm:spPr/>
    </dgm:pt>
    <dgm:pt modelId="{1DD382E9-B6DD-4FD5-B19D-0BEDA95E057D}" type="pres">
      <dgm:prSet presAssocID="{3D8CF4BC-A06D-4D0C-860F-946A8A071653}" presName="composite" presStyleCnt="0"/>
      <dgm:spPr/>
    </dgm:pt>
    <dgm:pt modelId="{BE082503-A7CC-4F2F-918D-BCD5870CD802}" type="pres">
      <dgm:prSet presAssocID="{3D8CF4BC-A06D-4D0C-860F-946A8A071653}" presName="background" presStyleLbl="node0" presStyleIdx="1" presStyleCnt="2"/>
      <dgm:spPr/>
    </dgm:pt>
    <dgm:pt modelId="{48819D2C-2D57-471A-883C-252A7334C655}" type="pres">
      <dgm:prSet presAssocID="{3D8CF4BC-A06D-4D0C-860F-946A8A071653}" presName="text" presStyleLbl="fgAcc0" presStyleIdx="1" presStyleCnt="2">
        <dgm:presLayoutVars>
          <dgm:chPref val="3"/>
        </dgm:presLayoutVars>
      </dgm:prSet>
      <dgm:spPr/>
    </dgm:pt>
    <dgm:pt modelId="{F0BFEF78-41D8-4391-9654-1418052D2831}" type="pres">
      <dgm:prSet presAssocID="{3D8CF4BC-A06D-4D0C-860F-946A8A071653}" presName="hierChild2" presStyleCnt="0"/>
      <dgm:spPr/>
    </dgm:pt>
  </dgm:ptLst>
  <dgm:cxnLst>
    <dgm:cxn modelId="{50D8936E-AEE0-473E-A6FA-297CA059EEBA}" srcId="{638B27EE-D47C-45C0-A5AC-D7F8702BA3BD}" destId="{3D8CF4BC-A06D-4D0C-860F-946A8A071653}" srcOrd="1" destOrd="0" parTransId="{EFC2CE4F-100D-4B1F-835E-CB79DEB75A57}" sibTransId="{B063807F-FDDE-4A3C-8742-9A0DDA2D61BC}"/>
    <dgm:cxn modelId="{63A5EF78-C4F7-426A-86D6-4F2A10E04FC1}" type="presOf" srcId="{32C548D5-9278-4751-9738-C1500628051F}" destId="{3F39227A-3BCD-47D1-A50D-2D987D31C866}" srcOrd="0" destOrd="0" presId="urn:microsoft.com/office/officeart/2005/8/layout/hierarchy1"/>
    <dgm:cxn modelId="{626AA280-9F04-4137-9476-2ABFF896E082}" type="presOf" srcId="{3D8CF4BC-A06D-4D0C-860F-946A8A071653}" destId="{48819D2C-2D57-471A-883C-252A7334C655}" srcOrd="0" destOrd="0" presId="urn:microsoft.com/office/officeart/2005/8/layout/hierarchy1"/>
    <dgm:cxn modelId="{F695B2A1-7F87-4109-8DB5-7284D2776F95}" type="presOf" srcId="{638B27EE-D47C-45C0-A5AC-D7F8702BA3BD}" destId="{78B9B277-142A-4A50-9154-743674876D52}" srcOrd="0" destOrd="0" presId="urn:microsoft.com/office/officeart/2005/8/layout/hierarchy1"/>
    <dgm:cxn modelId="{8DB469D3-1994-424A-A221-B2CADC043B70}" srcId="{638B27EE-D47C-45C0-A5AC-D7F8702BA3BD}" destId="{32C548D5-9278-4751-9738-C1500628051F}" srcOrd="0" destOrd="0" parTransId="{752C97F4-B9E1-4B6D-82AF-CD1D67E34513}" sibTransId="{4DA7A721-7E3D-497D-8F7D-17FA0D5BAE61}"/>
    <dgm:cxn modelId="{E146C7ED-1A6A-4D27-9B3E-E64BA8061166}" type="presParOf" srcId="{78B9B277-142A-4A50-9154-743674876D52}" destId="{BB597769-A69D-4E0C-BD70-2A8FE4541FD0}" srcOrd="0" destOrd="0" presId="urn:microsoft.com/office/officeart/2005/8/layout/hierarchy1"/>
    <dgm:cxn modelId="{47BE7B73-E848-4B7F-A49D-002A27A43EE1}" type="presParOf" srcId="{BB597769-A69D-4E0C-BD70-2A8FE4541FD0}" destId="{853939E5-AA9D-4E31-B7AB-4EF1DCA0D059}" srcOrd="0" destOrd="0" presId="urn:microsoft.com/office/officeart/2005/8/layout/hierarchy1"/>
    <dgm:cxn modelId="{54828EFB-1950-4E1A-9A37-48FE178BAD0E}" type="presParOf" srcId="{853939E5-AA9D-4E31-B7AB-4EF1DCA0D059}" destId="{68653851-B35C-44EB-A9AB-9D0D85547A68}" srcOrd="0" destOrd="0" presId="urn:microsoft.com/office/officeart/2005/8/layout/hierarchy1"/>
    <dgm:cxn modelId="{B85AB7E6-A38E-4184-995B-F16CFEBCFFED}" type="presParOf" srcId="{853939E5-AA9D-4E31-B7AB-4EF1DCA0D059}" destId="{3F39227A-3BCD-47D1-A50D-2D987D31C866}" srcOrd="1" destOrd="0" presId="urn:microsoft.com/office/officeart/2005/8/layout/hierarchy1"/>
    <dgm:cxn modelId="{553F5980-BECB-4EAD-8B84-165D2680A007}" type="presParOf" srcId="{BB597769-A69D-4E0C-BD70-2A8FE4541FD0}" destId="{489E193A-79C2-4906-9DA5-14000585FAE2}" srcOrd="1" destOrd="0" presId="urn:microsoft.com/office/officeart/2005/8/layout/hierarchy1"/>
    <dgm:cxn modelId="{49BAE05C-B809-46AE-8438-2329F0D09B21}" type="presParOf" srcId="{78B9B277-142A-4A50-9154-743674876D52}" destId="{7ED0DC2D-D919-4E0F-93E8-82973C7004FC}" srcOrd="1" destOrd="0" presId="urn:microsoft.com/office/officeart/2005/8/layout/hierarchy1"/>
    <dgm:cxn modelId="{79401651-5ABE-4C6A-B54B-126F94C28BFA}" type="presParOf" srcId="{7ED0DC2D-D919-4E0F-93E8-82973C7004FC}" destId="{1DD382E9-B6DD-4FD5-B19D-0BEDA95E057D}" srcOrd="0" destOrd="0" presId="urn:microsoft.com/office/officeart/2005/8/layout/hierarchy1"/>
    <dgm:cxn modelId="{B324EC18-882F-408A-9325-24F42C85B748}" type="presParOf" srcId="{1DD382E9-B6DD-4FD5-B19D-0BEDA95E057D}" destId="{BE082503-A7CC-4F2F-918D-BCD5870CD802}" srcOrd="0" destOrd="0" presId="urn:microsoft.com/office/officeart/2005/8/layout/hierarchy1"/>
    <dgm:cxn modelId="{EADA0009-D9A3-424B-92E9-CDA28D7E7742}" type="presParOf" srcId="{1DD382E9-B6DD-4FD5-B19D-0BEDA95E057D}" destId="{48819D2C-2D57-471A-883C-252A7334C655}" srcOrd="1" destOrd="0" presId="urn:microsoft.com/office/officeart/2005/8/layout/hierarchy1"/>
    <dgm:cxn modelId="{216647F9-547B-4712-88CA-FE057EF7D85E}" type="presParOf" srcId="{7ED0DC2D-D919-4E0F-93E8-82973C7004FC}" destId="{F0BFEF78-41D8-4391-9654-1418052D2831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8653851-B35C-44EB-A9AB-9D0D85547A68}">
      <dsp:nvSpPr>
        <dsp:cNvPr id="0" name=""/>
        <dsp:cNvSpPr/>
      </dsp:nvSpPr>
      <dsp:spPr>
        <a:xfrm>
          <a:off x="694" y="422358"/>
          <a:ext cx="2439241" cy="154891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1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>
          <a:outerShdw blurRad="57150" dist="19050" dir="5400000" algn="ctr" rotWithShape="0">
            <a:srgbClr val="000000">
              <a:alpha val="63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3F39227A-3BCD-47D1-A50D-2D987D31C866}">
      <dsp:nvSpPr>
        <dsp:cNvPr id="0" name=""/>
        <dsp:cNvSpPr/>
      </dsp:nvSpPr>
      <dsp:spPr>
        <a:xfrm>
          <a:off x="271721" y="679833"/>
          <a:ext cx="2439241" cy="154891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bg-BG" sz="1400" kern="1200"/>
            <a:t>Соларните панели позволяват огряване на улиците без да се използва електроенергия, лампата сама да си я създава и през нощта да я използва.</a:t>
          </a:r>
          <a:endParaRPr lang="en-US" sz="1400" kern="1200"/>
        </a:p>
      </dsp:txBody>
      <dsp:txXfrm>
        <a:off x="317087" y="725199"/>
        <a:ext cx="2348509" cy="1458186"/>
      </dsp:txXfrm>
    </dsp:sp>
    <dsp:sp modelId="{BE082503-A7CC-4F2F-918D-BCD5870CD802}">
      <dsp:nvSpPr>
        <dsp:cNvPr id="0" name=""/>
        <dsp:cNvSpPr/>
      </dsp:nvSpPr>
      <dsp:spPr>
        <a:xfrm>
          <a:off x="2981989" y="422358"/>
          <a:ext cx="2439241" cy="154891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1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>
          <a:outerShdw blurRad="57150" dist="19050" dir="5400000" algn="ctr" rotWithShape="0">
            <a:srgbClr val="000000">
              <a:alpha val="63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48819D2C-2D57-471A-883C-252A7334C655}">
      <dsp:nvSpPr>
        <dsp:cNvPr id="0" name=""/>
        <dsp:cNvSpPr/>
      </dsp:nvSpPr>
      <dsp:spPr>
        <a:xfrm>
          <a:off x="3253016" y="679833"/>
          <a:ext cx="2439241" cy="154891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 err="1"/>
            <a:t>Не</a:t>
          </a:r>
          <a:r>
            <a:rPr lang="en-US" sz="1400" kern="1200" dirty="0"/>
            <a:t> е </a:t>
          </a:r>
          <a:r>
            <a:rPr lang="en-US" sz="1400" kern="1200" dirty="0" err="1"/>
            <a:t>необходимо</a:t>
          </a:r>
          <a:r>
            <a:rPr lang="en-US" sz="1400" kern="1200" dirty="0"/>
            <a:t> </a:t>
          </a:r>
          <a:r>
            <a:rPr lang="en-US" sz="1400" kern="1200" dirty="0" err="1"/>
            <a:t>панелът</a:t>
          </a:r>
          <a:r>
            <a:rPr lang="en-US" sz="1400" kern="1200" dirty="0"/>
            <a:t> </a:t>
          </a:r>
          <a:r>
            <a:rPr lang="en-US" sz="1400" kern="1200" dirty="0" err="1"/>
            <a:t>да</a:t>
          </a:r>
          <a:r>
            <a:rPr lang="en-US" sz="1400" kern="1200" dirty="0"/>
            <a:t> е </a:t>
          </a:r>
          <a:r>
            <a:rPr lang="en-US" sz="1400" kern="1200" dirty="0" err="1"/>
            <a:t>ориентиран</a:t>
          </a:r>
          <a:r>
            <a:rPr lang="en-US" sz="1400" kern="1200" dirty="0"/>
            <a:t> </a:t>
          </a:r>
          <a:r>
            <a:rPr lang="en-US" sz="1400" kern="1200" dirty="0" err="1"/>
            <a:t>само</a:t>
          </a:r>
          <a:r>
            <a:rPr lang="en-US" sz="1400" kern="1200" dirty="0"/>
            <a:t> в </a:t>
          </a:r>
          <a:r>
            <a:rPr lang="en-US" sz="1400" kern="1200" dirty="0" err="1"/>
            <a:t>една</a:t>
          </a:r>
          <a:r>
            <a:rPr lang="en-US" sz="1400" kern="1200" dirty="0"/>
            <a:t> </a:t>
          </a:r>
          <a:r>
            <a:rPr lang="en-US" sz="1400" kern="1200" dirty="0" err="1"/>
            <a:t>посока</a:t>
          </a:r>
          <a:r>
            <a:rPr lang="bg-BG" sz="1400" kern="1200" dirty="0"/>
            <a:t>, като може да е във всички</a:t>
          </a:r>
          <a:r>
            <a:rPr lang="en-US" sz="1400" kern="1200" dirty="0"/>
            <a:t>.</a:t>
          </a:r>
        </a:p>
      </dsp:txBody>
      <dsp:txXfrm>
        <a:off x="3298382" y="725199"/>
        <a:ext cx="2348509" cy="1458186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8996DD-86ED-8FA0-F589-6A1CEFB8BE9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5315C3F-1644-24A0-14E3-9F616F1361F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0E6E4EB-3367-6500-D6B3-08000F1E33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3A484E4-3057-FB8E-47CE-E715360E98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895758C-2C18-E6F4-E626-0599BF4412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05754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9F9E70-1B54-64B4-41DA-C17E28173F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A89924-FA7B-6046-3DD9-A6B1F5CC3FF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D83145C-F191-2B48-BB62-D87B0DA297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7BF0AF4-73BD-6292-EF90-05EDB9DD80D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7A9252-9750-DBCC-9756-0D312193C0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02172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3F54E1-35F7-2D62-FCB2-B56687B40F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A6629F7-9293-A879-B9C6-A9BFFDAA3FB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C61DC13-6E54-4D2E-9878-483D9B159F3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408E609-55D6-B85D-90D4-0F61A236BB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D4E83CA-09CB-4D47-3613-A495207BA0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22212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AF406A-5508-1C24-0393-4BD5D68DC4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9E2AF0-6557-BD07-1E53-BD69BC6EC0A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544823A-310E-6CAD-5B23-566CD9BE3C8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AA51EE1-BDC5-79D0-EC56-08056DB8F0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D9C461B-6CAC-CCA3-18EC-153DA1FA79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E9E484-890A-ECE7-D3EC-F39ABC4EA8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59441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05E904-7524-82DF-EFD7-79DA05CB2A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7D4A82E-5205-CA2A-3B6F-452A0A1D989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EA1379D-05B0-3E57-7DFC-0963FACA3DF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B463B59-7A9C-9512-8F22-15E6CE21C9D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EDB3844-487B-B7C1-6EE9-4C65887D7F1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73BF356E-88C5-DE8D-8F0C-7F9DF6E223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A0D4909-D9E9-C3A3-2F4F-DD20A9631C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30A4741-BCDC-100F-1537-54B57A716E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078885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0BC09D-338A-0CFF-C429-D760EE9AEF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90EA44E-0F13-9F28-8A34-246A10BB6E6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08A0F6E-3870-3430-FA52-E44F2A0FEF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E45039-414B-55A0-DCD5-1EEA55A68F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93348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6100F4D-ECF0-275A-F0B7-5FA1B843BF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7B0B973-CD81-2E9F-E406-138E75E5D3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9CCA485-1820-B8D2-59F6-489F657C92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065183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3591C3-2B75-4A62-C852-5CEB71466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10B706E-48B5-903C-F3CD-D9A003CAF08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D2A0BDD-E13B-25C5-9134-CCC3D3F268D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0382341-6B5B-8DC9-4ABE-1647B2A1C5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15E4C77-8E81-0973-E43C-5A0E9734E0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E6BA283-B3F2-4D72-C9C1-BD43D4A5DC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446086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9FF41BB-41EC-00E7-4733-A1F8109CFE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FD6FEDC-1872-8633-B25F-1087809BAEBF}"/>
              </a:ext>
            </a:extLst>
          </p:cNvPr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54FF97E-80B5-F5D8-145D-B97D2AC3971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5F7D537-BA15-3E0D-945F-2C6F94D9C8B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9AC5A6-1A2D-6250-5707-924205FD3B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A751CD7-3D4B-9ECF-8024-A1E36A1439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94153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30410B-891E-EFA9-DD8D-54701A157E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917AA4CF-6F1D-5E5C-2C25-209F2B6F592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4F40B36-137E-AC21-37B7-05477360E4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30C43BA-8548-B4E6-A5C1-F39E317E9F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E8A9B25-2827-17C8-9FA5-D46BEA7AF8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367439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05D0FDDD-A41E-65FE-1C9F-9424F622CAAC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AA02F6A-3EC3-F1D1-8EF3-E9540853817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1F222EE-1073-19D7-5310-F322368DE2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3DEECF2-C37E-FD99-2048-6573A009C1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EF0D0F4-76C5-3AE4-337D-59F76E4A9D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813103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64A775-5EC0-9799-5A96-50B242A520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AB1E83C-06BE-8F7D-A1B1-33C7597A60E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A07E7EC-F87A-D6E3-F24D-AF9CB6AEEEC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8A893A7-B5BF-4F15-AEB8-FB5ADD594219}" type="datetimeFigureOut">
              <a:rPr lang="en-US" smtClean="0"/>
              <a:t>10/4/2026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1E6FFE3-9298-E6AF-B6EC-DFED844813A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6EB147-C227-80FC-2AF3-BE86E4DC29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2DB8CE5-8B54-462C-8231-5F3A81DF872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52076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71B2258F-86CA-4D4D-8270-BC05FCDEBFB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7999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43D6AA9-B2BB-1195-CF3F-B0C89A24FA1A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429" b="984"/>
          <a:stretch>
            <a:fillRect/>
          </a:stretch>
        </p:blipFill>
        <p:spPr>
          <a:xfrm>
            <a:off x="20" y="1"/>
            <a:ext cx="12191980" cy="68579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62AF11F-C653-CC2C-C740-0D5BD56DCA5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2"/>
            <a:ext cx="9144000" cy="2900518"/>
          </a:xfrm>
        </p:spPr>
        <p:txBody>
          <a:bodyPr>
            <a:normAutofit/>
          </a:bodyPr>
          <a:lstStyle/>
          <a:p>
            <a:r>
              <a:rPr lang="en-US">
                <a:solidFill>
                  <a:srgbClr val="FFFFFF"/>
                </a:solidFill>
              </a:rPr>
              <a:t>Умното осветление на бъдещето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D0B6991-CCF5-C797-14C6-9BE69016600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4159404"/>
            <a:ext cx="9144000" cy="1098395"/>
          </a:xfrm>
        </p:spPr>
        <p:txBody>
          <a:bodyPr>
            <a:normAutofit/>
          </a:bodyPr>
          <a:lstStyle/>
          <a:p>
            <a:r>
              <a:rPr lang="bg-BG" sz="1100">
                <a:solidFill>
                  <a:srgbClr val="FFFFFF"/>
                </a:solidFill>
              </a:rPr>
              <a:t>Деница Колева11д</a:t>
            </a:r>
          </a:p>
          <a:p>
            <a:r>
              <a:rPr lang="bg-BG" sz="1100">
                <a:solidFill>
                  <a:srgbClr val="FFFFFF"/>
                </a:solidFill>
              </a:rPr>
              <a:t>Владимир Димитров11д</a:t>
            </a:r>
          </a:p>
          <a:p>
            <a:r>
              <a:rPr lang="bg-BG" sz="1100">
                <a:solidFill>
                  <a:srgbClr val="FFFFFF"/>
                </a:solidFill>
              </a:rPr>
              <a:t>Михаил Клисурски11д</a:t>
            </a:r>
          </a:p>
          <a:p>
            <a:r>
              <a:rPr lang="bg-BG" sz="1100">
                <a:solidFill>
                  <a:srgbClr val="FFFFFF"/>
                </a:solidFill>
              </a:rPr>
              <a:t>Михаил Иванов11е</a:t>
            </a:r>
            <a:endParaRPr lang="en-US" sz="11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31029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3" name="Rectangle 42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FE0A52-7CD2-CA70-BCBC-2F99422C2F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bg-BG" sz="4000">
                <a:latin typeface="Impact" panose="020B0806030902050204" pitchFamily="34" charset="0"/>
                <a:cs typeface="Gautami" panose="020B0502040204020203" pitchFamily="34" charset="0"/>
              </a:rPr>
              <a:t>Проблемът</a:t>
            </a:r>
            <a:endParaRPr lang="en-US" sz="4000" b="1">
              <a:latin typeface="Impact" panose="020B0806030902050204" pitchFamily="34" charset="0"/>
              <a:cs typeface="Gautami" panose="020B0502040204020203" pitchFamily="34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F9673DE-2A5A-6246-9931-CB3DE7753A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bg-BG" sz="2000" dirty="0">
                <a:solidFill>
                  <a:schemeClr val="tx1">
                    <a:alpha val="55000"/>
                  </a:schemeClr>
                </a:solidFill>
              </a:rPr>
              <a:t>    </a:t>
            </a:r>
            <a:r>
              <a:rPr lang="bg-BG" sz="2000" dirty="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Уличното осветление в България има много големи недостатъци, които ни засягат не само финансово, но и екологично.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bg-BG" sz="2000" dirty="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  За да работят е нужно изграждането на скъпа кабелна инфраструктура.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bg-BG" sz="2000" dirty="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Отадлечени части на страната са трудни за поддържане и обновяване на технологията на уличните лампи.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bg-BG" sz="2000" dirty="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Ненужно консумира много електроенегрия</a:t>
            </a:r>
            <a:endParaRPr lang="en-US" sz="2000" dirty="0">
              <a:solidFill>
                <a:schemeClr val="tx1">
                  <a:alpha val="55000"/>
                </a:schemeClr>
              </a:solidFill>
              <a:latin typeface="Gautami" panose="020B0502040204020203" pitchFamily="34" charset="0"/>
              <a:cs typeface="Gautam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128579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B03D645-859A-CEE2-56BB-CD1F11375B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>
            <a:normAutofit/>
          </a:bodyPr>
          <a:lstStyle/>
          <a:p>
            <a:r>
              <a:rPr lang="bg-BG" sz="4000">
                <a:latin typeface="Impact" panose="020B0806030902050204" pitchFamily="34" charset="0"/>
              </a:rPr>
              <a:t>Решението ни:</a:t>
            </a:r>
            <a:endParaRPr lang="en-US" sz="4000">
              <a:latin typeface="Impact" panose="020B0806030902050204" pitchFamily="34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ED9BA3-5E33-2420-948B-A99DC5300CE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Ø"/>
            </a:pPr>
            <a:r>
              <a:rPr lang="bg-BG" sz="2200" dirty="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Нашето решение е подобряването на градската система за осветление .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bg-BG" sz="2200" dirty="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За разлика от сегашните лампи със соларни </a:t>
            </a:r>
            <a:r>
              <a:rPr lang="bg-BG" sz="2200" dirty="0">
                <a:solidFill>
                  <a:schemeClr val="tx1">
                    <a:lumMod val="85000"/>
                    <a:lumOff val="15000"/>
                    <a:alpha val="55000"/>
                  </a:schemeClr>
                </a:solidFill>
                <a:cs typeface="Gautami" panose="020B0502040204020203" pitchFamily="34" charset="0"/>
              </a:rPr>
              <a:t>панели, които се огряват малка част от денонощието нашите </a:t>
            </a:r>
            <a:r>
              <a:rPr lang="bg-BG" sz="2200" dirty="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соларни панели са поставени върху стълба на лампата на 360°.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bg-BG" sz="2200" dirty="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Освен това ще използваме натриево-йонни батерии, за да можем възможно най-много да се съобразим с природата. </a:t>
            </a:r>
            <a:endParaRPr lang="en-US" sz="2200" dirty="0">
              <a:solidFill>
                <a:schemeClr val="tx1">
                  <a:alpha val="55000"/>
                </a:schemeClr>
              </a:solidFill>
              <a:latin typeface="Gautami" panose="020B0502040204020203" pitchFamily="34" charset="0"/>
              <a:cs typeface="Gautam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72608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94F4D9-2947-6773-8882-D595D6E081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>
            <a:normAutofit/>
          </a:bodyPr>
          <a:lstStyle/>
          <a:p>
            <a:r>
              <a:rPr lang="bg-BG" sz="4000">
                <a:latin typeface="Impact" panose="020B0806030902050204" pitchFamily="34" charset="0"/>
              </a:rPr>
              <a:t>Как работи:</a:t>
            </a:r>
            <a:endParaRPr lang="en-US" sz="4000">
              <a:latin typeface="Impact" panose="020B0806030902050204" pitchFamily="34" charset="0"/>
            </a:endParaRPr>
          </a:p>
        </p:txBody>
      </p:sp>
      <p:pic>
        <p:nvPicPr>
          <p:cNvPr id="5" name="Content Placeholder 4" descr="The diagram shows a circuit board with various components, including resistors (R1, R2, R3, R4), diodes (D1, D2, D3, D4), capacitors (C1), a voltage regulator (U2), LEDs, and multiple ground (GND) and power supply (VCC) connections. It includes pin labels for various components and integrated circuits (ICs) like NA219 and GPIO pins.&#10;&#10;AI-generated content may be incorrect.">
            <a:extLst>
              <a:ext uri="{FF2B5EF4-FFF2-40B4-BE49-F238E27FC236}">
                <a16:creationId xmlns:a16="http://schemas.microsoft.com/office/drawing/2014/main" id="{098986E2-EE15-CCC6-E2B3-073BA10BF82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4390" y="1676400"/>
            <a:ext cx="4773219" cy="3505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338333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5B3BE08-C4B9-9EB9-8AFA-ABDE873630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672" y="1316394"/>
            <a:ext cx="3810000" cy="3505200"/>
          </a:xfrm>
        </p:spPr>
        <p:txBody>
          <a:bodyPr>
            <a:normAutofit/>
          </a:bodyPr>
          <a:lstStyle/>
          <a:p>
            <a:r>
              <a:rPr lang="bg-BG" sz="4000" dirty="0">
                <a:latin typeface="Impact" panose="020B0806030902050204" pitchFamily="34" charset="0"/>
              </a:rPr>
              <a:t>Код:</a:t>
            </a:r>
            <a:endParaRPr lang="en-US" sz="4000" dirty="0">
              <a:latin typeface="Impact" panose="020B0806030902050204" pitchFamily="34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7E70088-6880-60BE-36F7-05061352B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03520" y="1676400"/>
            <a:ext cx="5516880" cy="3505200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Ø"/>
            </a:pP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#include &lt;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Wire.h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&gt; —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включва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b="1" dirty="0">
                <a:solidFill>
                  <a:schemeClr val="bg2">
                    <a:lumMod val="50000"/>
                  </a:schemeClr>
                </a:solidFill>
              </a:rPr>
              <a:t>I²C(Inter-Integrated Circuit) </a:t>
            </a:r>
            <a:r>
              <a:rPr lang="en-US" sz="2000" b="1" dirty="0" err="1">
                <a:solidFill>
                  <a:schemeClr val="bg2">
                    <a:lumMod val="50000"/>
                  </a:schemeClr>
                </a:solidFill>
              </a:rPr>
              <a:t>комуникацията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,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чрез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която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ESP32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комуникира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с BH1750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#include &lt;BH1750.h&gt; —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включва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библиотеката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за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управление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на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b="1" dirty="0">
                <a:solidFill>
                  <a:schemeClr val="bg2">
                    <a:lumMod val="50000"/>
                  </a:schemeClr>
                </a:solidFill>
              </a:rPr>
              <a:t>BH1750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и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измерване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на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 err="1">
                <a:solidFill>
                  <a:schemeClr val="bg2">
                    <a:lumMod val="50000"/>
                  </a:schemeClr>
                </a:solidFill>
              </a:rPr>
              <a:t>осветеността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в </a:t>
            </a:r>
            <a:r>
              <a:rPr lang="en-US" sz="2000" b="1" dirty="0">
                <a:solidFill>
                  <a:schemeClr val="bg2">
                    <a:lumMod val="50000"/>
                  </a:schemeClr>
                </a:solidFill>
              </a:rPr>
              <a:t>lux (lx)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.</a:t>
            </a:r>
          </a:p>
          <a:p>
            <a:endParaRPr lang="en-US" sz="2400" dirty="0">
              <a:solidFill>
                <a:schemeClr val="tx1">
                  <a:alpha val="55000"/>
                </a:schemeClr>
              </a:solidFill>
            </a:endParaRPr>
          </a:p>
        </p:txBody>
      </p:sp>
      <p:pic>
        <p:nvPicPr>
          <p:cNvPr id="5" name="Picture 4" descr="The provided text snippet appears to be a portion of a C++ code snippet defining preprocessor directives for a microcontroller programming environment. It includes the Wire library for I2C communication and checks if WOKWI is not defined, then includes the BH1750 sensor library.&#10;&#10;AI-generated content may be incorrect.">
            <a:extLst>
              <a:ext uri="{FF2B5EF4-FFF2-40B4-BE49-F238E27FC236}">
                <a16:creationId xmlns:a16="http://schemas.microsoft.com/office/drawing/2014/main" id="{C16414FD-9CB3-2CF1-A223-ACD0EB6E4A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63112" y="3702309"/>
            <a:ext cx="3017520" cy="16421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862855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12188952" cy="3490956"/>
            <a:chOff x="651279" y="598259"/>
            <a:chExt cx="10889442" cy="5680742"/>
          </a:xfrm>
        </p:grpSpPr>
        <p:sp>
          <p:nvSpPr>
            <p:cNvPr id="4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 descr="The image depicts a solar panel installation with a clear blue sky and scattered white clouds in the background.&#10;&#10;AI-generated content may be incorrect.">
            <a:extLst>
              <a:ext uri="{FF2B5EF4-FFF2-40B4-BE49-F238E27FC236}">
                <a16:creationId xmlns:a16="http://schemas.microsoft.com/office/drawing/2014/main" id="{E48A1CF0-3CDA-8FD5-6D71-D9466B0D3A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763" r="12727"/>
          <a:stretch>
            <a:fillRect/>
          </a:stretch>
        </p:blipFill>
        <p:spPr>
          <a:xfrm>
            <a:off x="7065309" y="1065276"/>
            <a:ext cx="4206889" cy="4727448"/>
          </a:xfrm>
          <a:prstGeom prst="rect">
            <a:avLst/>
          </a:prstGeom>
        </p:spPr>
      </p:pic>
      <p:grpSp>
        <p:nvGrpSpPr>
          <p:cNvPr id="48" name="Group 4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44AE696-860E-D095-DC88-950EB4BB4F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4" y="841249"/>
            <a:ext cx="5692953" cy="2587131"/>
          </a:xfrm>
        </p:spPr>
        <p:txBody>
          <a:bodyPr anchor="b">
            <a:normAutofit/>
          </a:bodyPr>
          <a:lstStyle/>
          <a:p>
            <a:r>
              <a:rPr lang="bg-BG" sz="4800">
                <a:solidFill>
                  <a:schemeClr val="bg1"/>
                </a:solidFill>
                <a:latin typeface="Impact" panose="020B0806030902050204" pitchFamily="34" charset="0"/>
              </a:rPr>
              <a:t>Защо соларни панели?</a:t>
            </a:r>
            <a:endParaRPr lang="en-US" sz="4800">
              <a:solidFill>
                <a:schemeClr val="bg1"/>
              </a:solidFill>
              <a:latin typeface="Impact" panose="020B0806030902050204" pitchFamily="34" charset="0"/>
            </a:endParaRP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F5925AF-082C-4139-842A-27CF5C9E2C2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39792860"/>
              </p:ext>
            </p:extLst>
          </p:nvPr>
        </p:nvGraphicFramePr>
        <p:xfrm>
          <a:off x="786383" y="3566810"/>
          <a:ext cx="5692953" cy="265111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23762875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BFA3393-36D5-4C64-AF06-E86554529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>
            <a:normAutofit/>
          </a:bodyPr>
          <a:lstStyle/>
          <a:p>
            <a:r>
              <a:rPr lang="bg-BG" sz="4000">
                <a:latin typeface="Impact" panose="020B0806030902050204" pitchFamily="34" charset="0"/>
              </a:rPr>
              <a:t>А защо не литиеви батерии?</a:t>
            </a:r>
            <a:endParaRPr lang="en-US" sz="4000">
              <a:latin typeface="Impact" panose="020B0806030902050204" pitchFamily="34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E2AB086-C64B-58E7-5754-6E0D63CF7B8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pPr marL="0" lvl="0" indent="0">
              <a:buNone/>
            </a:pPr>
            <a:endParaRPr lang="en-US" sz="2400">
              <a:solidFill>
                <a:schemeClr val="tx1">
                  <a:alpha val="55000"/>
                </a:schemeClr>
              </a:solidFill>
            </a:endParaRPr>
          </a:p>
          <a:p>
            <a:pPr lvl="0">
              <a:buFont typeface="Wingdings" panose="05000000000000000000" pitchFamily="2" charset="2"/>
              <a:buChar char="Ø"/>
            </a:pPr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Избираме натриево-йонна батерия не защото литиевите батерии са лоши, а защото за стационарно приложение като улично осветление натрият предлага по-достъпна суровинна база и потенциал за по-ниска зависимост от критични материали.</a:t>
            </a:r>
          </a:p>
          <a:p>
            <a:pPr marL="0" indent="0">
              <a:buNone/>
            </a:pPr>
            <a:endParaRPr lang="en-US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91212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2F251B2-384F-8B3A-4E68-5112825ACA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>
            <a:normAutofit/>
          </a:bodyPr>
          <a:lstStyle/>
          <a:p>
            <a:r>
              <a:rPr lang="bg-BG" sz="4000">
                <a:latin typeface="Impact" panose="020B0806030902050204" pitchFamily="34" charset="0"/>
                <a:cs typeface="Gautami" panose="020B0502040204020203" pitchFamily="34" charset="0"/>
              </a:rPr>
              <a:t>Развитие в бъдещето</a:t>
            </a:r>
            <a:endParaRPr lang="en-US" sz="4000">
              <a:latin typeface="Impact" panose="020B0806030902050204" pitchFamily="34" charset="0"/>
              <a:cs typeface="Gautami" panose="020B0502040204020203" pitchFamily="34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F77C58-9DBB-8B08-035E-DC82DE7AECA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Ø"/>
            </a:pPr>
            <a:r>
              <a:rPr lang="en-US" sz="2200">
                <a:solidFill>
                  <a:schemeClr val="tx1">
                    <a:alpha val="55000"/>
                  </a:schemeClr>
                </a:solidFill>
                <a:latin typeface="Gautami" panose="020B0502040204020203" pitchFamily="34" charset="0"/>
                <a:cs typeface="Gautami" panose="020B0502040204020203" pitchFamily="34" charset="0"/>
              </a:rPr>
              <a:t>С развитието на натриево-йонните технологии се очакват по-висока енергийна плътн</a:t>
            </a:r>
            <a:r>
              <a:rPr lang="bg-BG" sz="2200">
                <a:solidFill>
                  <a:schemeClr val="tx1">
                    <a:alpha val="55000"/>
                  </a:schemeClr>
                </a:solidFill>
                <a:latin typeface="Gautami" panose="020B0502040204020203" pitchFamily="34" charset="0"/>
                <a:cs typeface="Gautami" panose="020B0502040204020203" pitchFamily="34" charset="0"/>
              </a:rPr>
              <a:t>ост</a:t>
            </a:r>
            <a:endParaRPr lang="bg-BG" sz="2200">
              <a:solidFill>
                <a:schemeClr val="tx1">
                  <a:alpha val="55000"/>
                </a:schemeClr>
              </a:solidFill>
              <a:cs typeface="Gautami" panose="020B0502040204020203" pitchFamily="34" charset="0"/>
            </a:endParaRPr>
          </a:p>
          <a:p>
            <a:pPr>
              <a:buFont typeface="Wingdings" panose="05000000000000000000" pitchFamily="2" charset="2"/>
              <a:buChar char="Ø"/>
            </a:pPr>
            <a:r>
              <a:rPr lang="en-US" sz="2200">
                <a:solidFill>
                  <a:schemeClr val="tx1">
                    <a:alpha val="55000"/>
                  </a:schemeClr>
                </a:solidFill>
                <a:latin typeface="Gautami" panose="020B0502040204020203" pitchFamily="34" charset="0"/>
                <a:cs typeface="Gautami" panose="020B0502040204020203" pitchFamily="34" charset="0"/>
              </a:rPr>
              <a:t>Лампите могат да се превърнат в част от интелигентната градска инфраструктура — със сензори за трафик, качество на въздуха</a:t>
            </a:r>
            <a:r>
              <a:rPr lang="bg-BG" sz="2200">
                <a:solidFill>
                  <a:schemeClr val="tx1">
                    <a:alpha val="55000"/>
                  </a:schemeClr>
                </a:solidFill>
                <a:cs typeface="Gautami" panose="020B0502040204020203" pitchFamily="34" charset="0"/>
              </a:rPr>
              <a:t> и шум.</a:t>
            </a:r>
          </a:p>
          <a:p>
            <a:pPr>
              <a:buFont typeface="Wingdings" panose="05000000000000000000" pitchFamily="2" charset="2"/>
              <a:buChar char="Ø"/>
            </a:pPr>
            <a:r>
              <a:rPr lang="en-US" sz="2200">
                <a:solidFill>
                  <a:schemeClr val="tx1">
                    <a:alpha val="55000"/>
                  </a:schemeClr>
                </a:solidFill>
                <a:latin typeface="Gautami" panose="020B0502040204020203" pitchFamily="34" charset="0"/>
                <a:cs typeface="Gautami" panose="020B0502040204020203" pitchFamily="34" charset="0"/>
              </a:rPr>
              <a:t>Не просто улична лампа, а автономен енергиен и информационен център на бъдещия град.</a:t>
            </a:r>
          </a:p>
        </p:txBody>
      </p:sp>
    </p:spTree>
    <p:extLst>
      <p:ext uri="{BB962C8B-B14F-4D97-AF65-F5344CB8AC3E}">
        <p14:creationId xmlns:p14="http://schemas.microsoft.com/office/powerpoint/2010/main" val="292351816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3677BAFB-3BD3-41BB-9107-FAE224AE21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6823A9B-C188-42D4-847C-3AD928DB145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142784" y="253140"/>
            <a:ext cx="6184555" cy="6184555"/>
          </a:xfrm>
          <a:prstGeom prst="ellipse">
            <a:avLst/>
          </a:prstGeom>
          <a:solidFill>
            <a:srgbClr val="FFFFFF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34B557F3-1A0C-4749-A6DB-EAC082DF39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124848" y="253140"/>
            <a:ext cx="6184555" cy="6184555"/>
          </a:xfrm>
          <a:prstGeom prst="ellipse">
            <a:avLst/>
          </a:prstGeom>
          <a:solidFill>
            <a:schemeClr val="accent6">
              <a:alpha val="30000"/>
            </a:scheme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accent3"/>
              </a:solidFill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55D55AA6-3751-494F-868A-DCEDC5CE82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03723" y="136525"/>
            <a:ext cx="6184555" cy="6184555"/>
          </a:xfrm>
          <a:prstGeom prst="ellipse">
            <a:avLst/>
          </a:prstGeom>
          <a:solidFill>
            <a:schemeClr val="tx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0D46178-1176-C6D4-1FF6-430F6A3BF3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81400" y="965580"/>
            <a:ext cx="5204489" cy="3160593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54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Благодарим за вниманието!</a:t>
            </a:r>
          </a:p>
        </p:txBody>
      </p:sp>
      <p:sp>
        <p:nvSpPr>
          <p:cNvPr id="15" name="Graphic 212">
            <a:extLst>
              <a:ext uri="{FF2B5EF4-FFF2-40B4-BE49-F238E27FC236}">
                <a16:creationId xmlns:a16="http://schemas.microsoft.com/office/drawing/2014/main" id="{4D4C00DC-4DC6-4CD2-9E31-F17E6CEBC5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0256275" y="975977"/>
            <a:ext cx="413564" cy="413564"/>
          </a:xfrm>
          <a:custGeom>
            <a:avLst/>
            <a:gdLst>
              <a:gd name="connsiteX0" fmla="*/ 403574 w 807148"/>
              <a:gd name="connsiteY0" fmla="*/ 0 h 807148"/>
              <a:gd name="connsiteX1" fmla="*/ 0 w 807148"/>
              <a:gd name="connsiteY1" fmla="*/ 403574 h 807148"/>
              <a:gd name="connsiteX2" fmla="*/ 403574 w 807148"/>
              <a:gd name="connsiteY2" fmla="*/ 807149 h 807148"/>
              <a:gd name="connsiteX3" fmla="*/ 807149 w 807148"/>
              <a:gd name="connsiteY3" fmla="*/ 403574 h 807148"/>
              <a:gd name="connsiteX4" fmla="*/ 403574 w 807148"/>
              <a:gd name="connsiteY4" fmla="*/ 0 h 807148"/>
              <a:gd name="connsiteX5" fmla="*/ 403574 w 807148"/>
              <a:gd name="connsiteY5" fmla="*/ 667988 h 807148"/>
              <a:gd name="connsiteX6" fmla="*/ 139160 w 807148"/>
              <a:gd name="connsiteY6" fmla="*/ 403574 h 807148"/>
              <a:gd name="connsiteX7" fmla="*/ 403574 w 807148"/>
              <a:gd name="connsiteY7" fmla="*/ 139160 h 807148"/>
              <a:gd name="connsiteX8" fmla="*/ 667988 w 807148"/>
              <a:gd name="connsiteY8" fmla="*/ 403574 h 807148"/>
              <a:gd name="connsiteX9" fmla="*/ 403574 w 807148"/>
              <a:gd name="connsiteY9" fmla="*/ 667988 h 80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07148" h="807148">
                <a:moveTo>
                  <a:pt x="403574" y="0"/>
                </a:moveTo>
                <a:cubicBezTo>
                  <a:pt x="180689" y="0"/>
                  <a:pt x="0" y="180689"/>
                  <a:pt x="0" y="403574"/>
                </a:cubicBezTo>
                <a:cubicBezTo>
                  <a:pt x="0" y="626459"/>
                  <a:pt x="180689" y="807149"/>
                  <a:pt x="403574" y="807149"/>
                </a:cubicBezTo>
                <a:cubicBezTo>
                  <a:pt x="626459" y="807149"/>
                  <a:pt x="807149" y="626459"/>
                  <a:pt x="807149" y="403574"/>
                </a:cubicBezTo>
                <a:cubicBezTo>
                  <a:pt x="807149" y="180689"/>
                  <a:pt x="626459" y="0"/>
                  <a:pt x="403574" y="0"/>
                </a:cubicBezTo>
                <a:close/>
                <a:moveTo>
                  <a:pt x="403574" y="667988"/>
                </a:moveTo>
                <a:cubicBezTo>
                  <a:pt x="257556" y="667988"/>
                  <a:pt x="139160" y="549593"/>
                  <a:pt x="139160" y="403574"/>
                </a:cubicBezTo>
                <a:cubicBezTo>
                  <a:pt x="139160" y="257556"/>
                  <a:pt x="257556" y="139160"/>
                  <a:pt x="403574" y="139160"/>
                </a:cubicBezTo>
                <a:cubicBezTo>
                  <a:pt x="549593" y="139160"/>
                  <a:pt x="667988" y="257556"/>
                  <a:pt x="667988" y="403574"/>
                </a:cubicBezTo>
                <a:cubicBezTo>
                  <a:pt x="667988" y="549593"/>
                  <a:pt x="549593" y="667988"/>
                  <a:pt x="403574" y="667988"/>
                </a:cubicBezTo>
                <a:close/>
              </a:path>
            </a:pathLst>
          </a:custGeom>
          <a:solidFill>
            <a:srgbClr val="FFFFFF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7" name="Graphic 212">
            <a:extLst>
              <a:ext uri="{FF2B5EF4-FFF2-40B4-BE49-F238E27FC236}">
                <a16:creationId xmlns:a16="http://schemas.microsoft.com/office/drawing/2014/main" id="{D82AB1B2-7970-42CF-8BF5-567C69E9FFF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0256275" y="975977"/>
            <a:ext cx="413564" cy="413564"/>
          </a:xfrm>
          <a:custGeom>
            <a:avLst/>
            <a:gdLst>
              <a:gd name="connsiteX0" fmla="*/ 403574 w 807148"/>
              <a:gd name="connsiteY0" fmla="*/ 0 h 807148"/>
              <a:gd name="connsiteX1" fmla="*/ 0 w 807148"/>
              <a:gd name="connsiteY1" fmla="*/ 403574 h 807148"/>
              <a:gd name="connsiteX2" fmla="*/ 403574 w 807148"/>
              <a:gd name="connsiteY2" fmla="*/ 807149 h 807148"/>
              <a:gd name="connsiteX3" fmla="*/ 807149 w 807148"/>
              <a:gd name="connsiteY3" fmla="*/ 403574 h 807148"/>
              <a:gd name="connsiteX4" fmla="*/ 403574 w 807148"/>
              <a:gd name="connsiteY4" fmla="*/ 0 h 807148"/>
              <a:gd name="connsiteX5" fmla="*/ 403574 w 807148"/>
              <a:gd name="connsiteY5" fmla="*/ 667988 h 807148"/>
              <a:gd name="connsiteX6" fmla="*/ 139160 w 807148"/>
              <a:gd name="connsiteY6" fmla="*/ 403574 h 807148"/>
              <a:gd name="connsiteX7" fmla="*/ 403574 w 807148"/>
              <a:gd name="connsiteY7" fmla="*/ 139160 h 807148"/>
              <a:gd name="connsiteX8" fmla="*/ 667988 w 807148"/>
              <a:gd name="connsiteY8" fmla="*/ 403574 h 807148"/>
              <a:gd name="connsiteX9" fmla="*/ 403574 w 807148"/>
              <a:gd name="connsiteY9" fmla="*/ 667988 h 80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07148" h="807148">
                <a:moveTo>
                  <a:pt x="403574" y="0"/>
                </a:moveTo>
                <a:cubicBezTo>
                  <a:pt x="180689" y="0"/>
                  <a:pt x="0" y="180689"/>
                  <a:pt x="0" y="403574"/>
                </a:cubicBezTo>
                <a:cubicBezTo>
                  <a:pt x="0" y="626459"/>
                  <a:pt x="180689" y="807149"/>
                  <a:pt x="403574" y="807149"/>
                </a:cubicBezTo>
                <a:cubicBezTo>
                  <a:pt x="626459" y="807149"/>
                  <a:pt x="807149" y="626459"/>
                  <a:pt x="807149" y="403574"/>
                </a:cubicBezTo>
                <a:cubicBezTo>
                  <a:pt x="807149" y="180689"/>
                  <a:pt x="626459" y="0"/>
                  <a:pt x="403574" y="0"/>
                </a:cubicBezTo>
                <a:close/>
                <a:moveTo>
                  <a:pt x="403574" y="667988"/>
                </a:moveTo>
                <a:cubicBezTo>
                  <a:pt x="257556" y="667988"/>
                  <a:pt x="139160" y="549593"/>
                  <a:pt x="139160" y="403574"/>
                </a:cubicBezTo>
                <a:cubicBezTo>
                  <a:pt x="139160" y="257556"/>
                  <a:pt x="257556" y="139160"/>
                  <a:pt x="403574" y="139160"/>
                </a:cubicBezTo>
                <a:cubicBezTo>
                  <a:pt x="549593" y="139160"/>
                  <a:pt x="667988" y="257556"/>
                  <a:pt x="667988" y="403574"/>
                </a:cubicBezTo>
                <a:cubicBezTo>
                  <a:pt x="667988" y="549593"/>
                  <a:pt x="549593" y="667988"/>
                  <a:pt x="403574" y="667988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>
              <a:solidFill>
                <a:schemeClr val="lt1"/>
              </a:solidFill>
            </a:endParaRPr>
          </a:p>
        </p:txBody>
      </p:sp>
      <p:grpSp>
        <p:nvGrpSpPr>
          <p:cNvPr id="19" name="Graphic 190">
            <a:extLst>
              <a:ext uri="{FF2B5EF4-FFF2-40B4-BE49-F238E27FC236}">
                <a16:creationId xmlns:a16="http://schemas.microsoft.com/office/drawing/2014/main" id="{66FB5A75-BDE2-4F12-A95B-C48788A7685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080947" y="1755501"/>
            <a:ext cx="1598829" cy="531293"/>
            <a:chOff x="2504802" y="1755501"/>
            <a:chExt cx="1598829" cy="531293"/>
          </a:xfrm>
          <a:solidFill>
            <a:schemeClr val="bg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C86CBC8-A814-4C0C-A287-7C549693D2E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504802" y="2113855"/>
              <a:ext cx="1598614" cy="172939"/>
            </a:xfrm>
            <a:custGeom>
              <a:avLst/>
              <a:gdLst>
                <a:gd name="connsiteX0" fmla="*/ 1248648 w 1598614"/>
                <a:gd name="connsiteY0" fmla="*/ 172939 h 172939"/>
                <a:gd name="connsiteX1" fmla="*/ 1123031 w 1598614"/>
                <a:gd name="connsiteY1" fmla="*/ 92708 h 172939"/>
                <a:gd name="connsiteX2" fmla="*/ 1024085 w 1598614"/>
                <a:gd name="connsiteY2" fmla="*/ 29469 h 172939"/>
                <a:gd name="connsiteX3" fmla="*/ 925140 w 1598614"/>
                <a:gd name="connsiteY3" fmla="*/ 92708 h 172939"/>
                <a:gd name="connsiteX4" fmla="*/ 799522 w 1598614"/>
                <a:gd name="connsiteY4" fmla="*/ 172939 h 172939"/>
                <a:gd name="connsiteX5" fmla="*/ 799522 w 1598614"/>
                <a:gd name="connsiteY5" fmla="*/ 172939 h 172939"/>
                <a:gd name="connsiteX6" fmla="*/ 673905 w 1598614"/>
                <a:gd name="connsiteY6" fmla="*/ 92708 h 172939"/>
                <a:gd name="connsiteX7" fmla="*/ 574959 w 1598614"/>
                <a:gd name="connsiteY7" fmla="*/ 29469 h 172939"/>
                <a:gd name="connsiteX8" fmla="*/ 476014 w 1598614"/>
                <a:gd name="connsiteY8" fmla="*/ 92708 h 172939"/>
                <a:gd name="connsiteX9" fmla="*/ 350396 w 1598614"/>
                <a:gd name="connsiteY9" fmla="*/ 172939 h 172939"/>
                <a:gd name="connsiteX10" fmla="*/ 224778 w 1598614"/>
                <a:gd name="connsiteY10" fmla="*/ 92708 h 172939"/>
                <a:gd name="connsiteX11" fmla="*/ 125833 w 1598614"/>
                <a:gd name="connsiteY11" fmla="*/ 29469 h 172939"/>
                <a:gd name="connsiteX12" fmla="*/ 26887 w 1598614"/>
                <a:gd name="connsiteY12" fmla="*/ 92708 h 172939"/>
                <a:gd name="connsiteX13" fmla="*/ 0 w 1598614"/>
                <a:gd name="connsiteY13" fmla="*/ 80232 h 172939"/>
                <a:gd name="connsiteX14" fmla="*/ 125618 w 1598614"/>
                <a:gd name="connsiteY14" fmla="*/ 0 h 172939"/>
                <a:gd name="connsiteX15" fmla="*/ 251235 w 1598614"/>
                <a:gd name="connsiteY15" fmla="*/ 80232 h 172939"/>
                <a:gd name="connsiteX16" fmla="*/ 350181 w 1598614"/>
                <a:gd name="connsiteY16" fmla="*/ 143471 h 172939"/>
                <a:gd name="connsiteX17" fmla="*/ 449126 w 1598614"/>
                <a:gd name="connsiteY17" fmla="*/ 80232 h 172939"/>
                <a:gd name="connsiteX18" fmla="*/ 574744 w 1598614"/>
                <a:gd name="connsiteY18" fmla="*/ 0 h 172939"/>
                <a:gd name="connsiteX19" fmla="*/ 700362 w 1598614"/>
                <a:gd name="connsiteY19" fmla="*/ 80232 h 172939"/>
                <a:gd name="connsiteX20" fmla="*/ 799307 w 1598614"/>
                <a:gd name="connsiteY20" fmla="*/ 143471 h 172939"/>
                <a:gd name="connsiteX21" fmla="*/ 799307 w 1598614"/>
                <a:gd name="connsiteY21" fmla="*/ 143471 h 172939"/>
                <a:gd name="connsiteX22" fmla="*/ 898253 w 1598614"/>
                <a:gd name="connsiteY22" fmla="*/ 80232 h 172939"/>
                <a:gd name="connsiteX23" fmla="*/ 1023870 w 1598614"/>
                <a:gd name="connsiteY23" fmla="*/ 0 h 172939"/>
                <a:gd name="connsiteX24" fmla="*/ 1149488 w 1598614"/>
                <a:gd name="connsiteY24" fmla="*/ 80232 h 172939"/>
                <a:gd name="connsiteX25" fmla="*/ 1248433 w 1598614"/>
                <a:gd name="connsiteY25" fmla="*/ 143471 h 172939"/>
                <a:gd name="connsiteX26" fmla="*/ 1347379 w 1598614"/>
                <a:gd name="connsiteY26" fmla="*/ 80232 h 172939"/>
                <a:gd name="connsiteX27" fmla="*/ 1472997 w 1598614"/>
                <a:gd name="connsiteY27" fmla="*/ 0 h 172939"/>
                <a:gd name="connsiteX28" fmla="*/ 1598614 w 1598614"/>
                <a:gd name="connsiteY28" fmla="*/ 80232 h 172939"/>
                <a:gd name="connsiteX29" fmla="*/ 1571942 w 1598614"/>
                <a:gd name="connsiteY29" fmla="*/ 92708 h 172939"/>
                <a:gd name="connsiteX30" fmla="*/ 1472997 w 1598614"/>
                <a:gd name="connsiteY30" fmla="*/ 29469 h 172939"/>
                <a:gd name="connsiteX31" fmla="*/ 1374051 w 1598614"/>
                <a:gd name="connsiteY31" fmla="*/ 92708 h 172939"/>
                <a:gd name="connsiteX32" fmla="*/ 1248648 w 1598614"/>
                <a:gd name="connsiteY32" fmla="*/ 172939 h 17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98614" h="172939">
                  <a:moveTo>
                    <a:pt x="1248648" y="172939"/>
                  </a:moveTo>
                  <a:cubicBezTo>
                    <a:pt x="1194229" y="172939"/>
                    <a:pt x="1146046" y="142180"/>
                    <a:pt x="1123031" y="92708"/>
                  </a:cubicBezTo>
                  <a:cubicBezTo>
                    <a:pt x="1104962" y="53775"/>
                    <a:pt x="1067105" y="29469"/>
                    <a:pt x="1024085" y="29469"/>
                  </a:cubicBezTo>
                  <a:cubicBezTo>
                    <a:pt x="981066" y="29469"/>
                    <a:pt x="943208" y="53775"/>
                    <a:pt x="925140" y="92708"/>
                  </a:cubicBezTo>
                  <a:cubicBezTo>
                    <a:pt x="902124" y="142180"/>
                    <a:pt x="853942" y="172939"/>
                    <a:pt x="799522" y="172939"/>
                  </a:cubicBezTo>
                  <a:cubicBezTo>
                    <a:pt x="799522" y="172939"/>
                    <a:pt x="799522" y="172939"/>
                    <a:pt x="799522" y="172939"/>
                  </a:cubicBezTo>
                  <a:cubicBezTo>
                    <a:pt x="744887" y="172939"/>
                    <a:pt x="696920" y="142180"/>
                    <a:pt x="673905" y="92708"/>
                  </a:cubicBezTo>
                  <a:cubicBezTo>
                    <a:pt x="655836" y="53775"/>
                    <a:pt x="617979" y="29469"/>
                    <a:pt x="574959" y="29469"/>
                  </a:cubicBezTo>
                  <a:cubicBezTo>
                    <a:pt x="531939" y="29469"/>
                    <a:pt x="494082" y="53775"/>
                    <a:pt x="476014" y="92708"/>
                  </a:cubicBezTo>
                  <a:cubicBezTo>
                    <a:pt x="452998" y="142180"/>
                    <a:pt x="405031" y="172939"/>
                    <a:pt x="350396" y="172939"/>
                  </a:cubicBezTo>
                  <a:cubicBezTo>
                    <a:pt x="295976" y="172939"/>
                    <a:pt x="247794" y="142180"/>
                    <a:pt x="224778" y="92708"/>
                  </a:cubicBezTo>
                  <a:cubicBezTo>
                    <a:pt x="206710" y="53775"/>
                    <a:pt x="168853" y="29469"/>
                    <a:pt x="125833" y="29469"/>
                  </a:cubicBezTo>
                  <a:cubicBezTo>
                    <a:pt x="82813" y="29469"/>
                    <a:pt x="44956" y="53775"/>
                    <a:pt x="26887" y="92708"/>
                  </a:cubicBezTo>
                  <a:lnTo>
                    <a:pt x="0" y="80232"/>
                  </a:lnTo>
                  <a:cubicBezTo>
                    <a:pt x="23016" y="30759"/>
                    <a:pt x="70983" y="0"/>
                    <a:pt x="125618" y="0"/>
                  </a:cubicBezTo>
                  <a:cubicBezTo>
                    <a:pt x="180253" y="0"/>
                    <a:pt x="228220" y="30759"/>
                    <a:pt x="251235" y="80232"/>
                  </a:cubicBezTo>
                  <a:cubicBezTo>
                    <a:pt x="269304" y="119165"/>
                    <a:pt x="307376" y="143471"/>
                    <a:pt x="350181" y="143471"/>
                  </a:cubicBezTo>
                  <a:cubicBezTo>
                    <a:pt x="393201" y="143471"/>
                    <a:pt x="431058" y="119165"/>
                    <a:pt x="449126" y="80232"/>
                  </a:cubicBezTo>
                  <a:cubicBezTo>
                    <a:pt x="472142" y="30759"/>
                    <a:pt x="520324" y="0"/>
                    <a:pt x="574744" y="0"/>
                  </a:cubicBezTo>
                  <a:cubicBezTo>
                    <a:pt x="629164" y="0"/>
                    <a:pt x="677346" y="30759"/>
                    <a:pt x="700362" y="80232"/>
                  </a:cubicBezTo>
                  <a:cubicBezTo>
                    <a:pt x="718430" y="119165"/>
                    <a:pt x="756287" y="143471"/>
                    <a:pt x="799307" y="143471"/>
                  </a:cubicBezTo>
                  <a:lnTo>
                    <a:pt x="799307" y="143471"/>
                  </a:lnTo>
                  <a:cubicBezTo>
                    <a:pt x="842327" y="143471"/>
                    <a:pt x="880184" y="119165"/>
                    <a:pt x="898253" y="80232"/>
                  </a:cubicBezTo>
                  <a:cubicBezTo>
                    <a:pt x="921268" y="30759"/>
                    <a:pt x="969235" y="0"/>
                    <a:pt x="1023870" y="0"/>
                  </a:cubicBezTo>
                  <a:cubicBezTo>
                    <a:pt x="1078505" y="0"/>
                    <a:pt x="1126472" y="30759"/>
                    <a:pt x="1149488" y="80232"/>
                  </a:cubicBezTo>
                  <a:cubicBezTo>
                    <a:pt x="1167556" y="119165"/>
                    <a:pt x="1205414" y="143471"/>
                    <a:pt x="1248433" y="143471"/>
                  </a:cubicBezTo>
                  <a:cubicBezTo>
                    <a:pt x="1291453" y="143471"/>
                    <a:pt x="1329311" y="119165"/>
                    <a:pt x="1347379" y="80232"/>
                  </a:cubicBezTo>
                  <a:cubicBezTo>
                    <a:pt x="1370394" y="30759"/>
                    <a:pt x="1418361" y="0"/>
                    <a:pt x="1472997" y="0"/>
                  </a:cubicBezTo>
                  <a:cubicBezTo>
                    <a:pt x="1527632" y="0"/>
                    <a:pt x="1575814" y="30759"/>
                    <a:pt x="1598614" y="80232"/>
                  </a:cubicBezTo>
                  <a:lnTo>
                    <a:pt x="1571942" y="92708"/>
                  </a:lnTo>
                  <a:cubicBezTo>
                    <a:pt x="1553874" y="53775"/>
                    <a:pt x="1515801" y="29469"/>
                    <a:pt x="1472997" y="29469"/>
                  </a:cubicBezTo>
                  <a:cubicBezTo>
                    <a:pt x="1429977" y="29469"/>
                    <a:pt x="1392119" y="53775"/>
                    <a:pt x="1374051" y="92708"/>
                  </a:cubicBezTo>
                  <a:cubicBezTo>
                    <a:pt x="1351251" y="142180"/>
                    <a:pt x="1303069" y="172939"/>
                    <a:pt x="1248648" y="172939"/>
                  </a:cubicBezTo>
                  <a:close/>
                </a:path>
              </a:pathLst>
            </a:custGeom>
            <a:grpFill/>
            <a:ln w="214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AA52F4F-14E6-402F-A196-668B9CA9BC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504802" y="1755501"/>
              <a:ext cx="1598829" cy="172724"/>
            </a:xfrm>
            <a:custGeom>
              <a:avLst/>
              <a:gdLst>
                <a:gd name="connsiteX0" fmla="*/ 1248648 w 1598829"/>
                <a:gd name="connsiteY0" fmla="*/ 172724 h 172724"/>
                <a:gd name="connsiteX1" fmla="*/ 1123031 w 1598829"/>
                <a:gd name="connsiteY1" fmla="*/ 92492 h 172724"/>
                <a:gd name="connsiteX2" fmla="*/ 1024085 w 1598829"/>
                <a:gd name="connsiteY2" fmla="*/ 29253 h 172724"/>
                <a:gd name="connsiteX3" fmla="*/ 925140 w 1598829"/>
                <a:gd name="connsiteY3" fmla="*/ 92492 h 172724"/>
                <a:gd name="connsiteX4" fmla="*/ 799522 w 1598829"/>
                <a:gd name="connsiteY4" fmla="*/ 172724 h 172724"/>
                <a:gd name="connsiteX5" fmla="*/ 799522 w 1598829"/>
                <a:gd name="connsiteY5" fmla="*/ 172724 h 172724"/>
                <a:gd name="connsiteX6" fmla="*/ 673905 w 1598829"/>
                <a:gd name="connsiteY6" fmla="*/ 92492 h 172724"/>
                <a:gd name="connsiteX7" fmla="*/ 574959 w 1598829"/>
                <a:gd name="connsiteY7" fmla="*/ 29253 h 172724"/>
                <a:gd name="connsiteX8" fmla="*/ 476014 w 1598829"/>
                <a:gd name="connsiteY8" fmla="*/ 92492 h 172724"/>
                <a:gd name="connsiteX9" fmla="*/ 350396 w 1598829"/>
                <a:gd name="connsiteY9" fmla="*/ 172724 h 172724"/>
                <a:gd name="connsiteX10" fmla="*/ 224778 w 1598829"/>
                <a:gd name="connsiteY10" fmla="*/ 92492 h 172724"/>
                <a:gd name="connsiteX11" fmla="*/ 125833 w 1598829"/>
                <a:gd name="connsiteY11" fmla="*/ 29253 h 172724"/>
                <a:gd name="connsiteX12" fmla="*/ 26887 w 1598829"/>
                <a:gd name="connsiteY12" fmla="*/ 92492 h 172724"/>
                <a:gd name="connsiteX13" fmla="*/ 0 w 1598829"/>
                <a:gd name="connsiteY13" fmla="*/ 80232 h 172724"/>
                <a:gd name="connsiteX14" fmla="*/ 125618 w 1598829"/>
                <a:gd name="connsiteY14" fmla="*/ 0 h 172724"/>
                <a:gd name="connsiteX15" fmla="*/ 251235 w 1598829"/>
                <a:gd name="connsiteY15" fmla="*/ 80232 h 172724"/>
                <a:gd name="connsiteX16" fmla="*/ 350181 w 1598829"/>
                <a:gd name="connsiteY16" fmla="*/ 143471 h 172724"/>
                <a:gd name="connsiteX17" fmla="*/ 449126 w 1598829"/>
                <a:gd name="connsiteY17" fmla="*/ 80232 h 172724"/>
                <a:gd name="connsiteX18" fmla="*/ 574744 w 1598829"/>
                <a:gd name="connsiteY18" fmla="*/ 0 h 172724"/>
                <a:gd name="connsiteX19" fmla="*/ 700362 w 1598829"/>
                <a:gd name="connsiteY19" fmla="*/ 80232 h 172724"/>
                <a:gd name="connsiteX20" fmla="*/ 799307 w 1598829"/>
                <a:gd name="connsiteY20" fmla="*/ 143471 h 172724"/>
                <a:gd name="connsiteX21" fmla="*/ 799307 w 1598829"/>
                <a:gd name="connsiteY21" fmla="*/ 143471 h 172724"/>
                <a:gd name="connsiteX22" fmla="*/ 898253 w 1598829"/>
                <a:gd name="connsiteY22" fmla="*/ 80232 h 172724"/>
                <a:gd name="connsiteX23" fmla="*/ 1024085 w 1598829"/>
                <a:gd name="connsiteY23" fmla="*/ 0 h 172724"/>
                <a:gd name="connsiteX24" fmla="*/ 1149703 w 1598829"/>
                <a:gd name="connsiteY24" fmla="*/ 80232 h 172724"/>
                <a:gd name="connsiteX25" fmla="*/ 1248648 w 1598829"/>
                <a:gd name="connsiteY25" fmla="*/ 143471 h 172724"/>
                <a:gd name="connsiteX26" fmla="*/ 1347594 w 1598829"/>
                <a:gd name="connsiteY26" fmla="*/ 80232 h 172724"/>
                <a:gd name="connsiteX27" fmla="*/ 1473212 w 1598829"/>
                <a:gd name="connsiteY27" fmla="*/ 0 h 172724"/>
                <a:gd name="connsiteX28" fmla="*/ 1598829 w 1598829"/>
                <a:gd name="connsiteY28" fmla="*/ 80232 h 172724"/>
                <a:gd name="connsiteX29" fmla="*/ 1572157 w 1598829"/>
                <a:gd name="connsiteY29" fmla="*/ 92492 h 172724"/>
                <a:gd name="connsiteX30" fmla="*/ 1473212 w 1598829"/>
                <a:gd name="connsiteY30" fmla="*/ 29253 h 172724"/>
                <a:gd name="connsiteX31" fmla="*/ 1374266 w 1598829"/>
                <a:gd name="connsiteY31" fmla="*/ 92492 h 172724"/>
                <a:gd name="connsiteX32" fmla="*/ 1248648 w 1598829"/>
                <a:gd name="connsiteY32" fmla="*/ 172724 h 17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98829" h="172724">
                  <a:moveTo>
                    <a:pt x="1248648" y="172724"/>
                  </a:moveTo>
                  <a:cubicBezTo>
                    <a:pt x="1194229" y="172724"/>
                    <a:pt x="1146046" y="141965"/>
                    <a:pt x="1123031" y="92492"/>
                  </a:cubicBezTo>
                  <a:cubicBezTo>
                    <a:pt x="1104962" y="53560"/>
                    <a:pt x="1067105" y="29253"/>
                    <a:pt x="1024085" y="29253"/>
                  </a:cubicBezTo>
                  <a:cubicBezTo>
                    <a:pt x="981066" y="29253"/>
                    <a:pt x="943208" y="53560"/>
                    <a:pt x="925140" y="92492"/>
                  </a:cubicBezTo>
                  <a:cubicBezTo>
                    <a:pt x="902124" y="141965"/>
                    <a:pt x="853942" y="172724"/>
                    <a:pt x="799522" y="172724"/>
                  </a:cubicBezTo>
                  <a:cubicBezTo>
                    <a:pt x="799522" y="172724"/>
                    <a:pt x="799522" y="172724"/>
                    <a:pt x="799522" y="172724"/>
                  </a:cubicBezTo>
                  <a:cubicBezTo>
                    <a:pt x="744887" y="172724"/>
                    <a:pt x="696920" y="141965"/>
                    <a:pt x="673905" y="92492"/>
                  </a:cubicBezTo>
                  <a:cubicBezTo>
                    <a:pt x="655836" y="53560"/>
                    <a:pt x="617979" y="29253"/>
                    <a:pt x="574959" y="29253"/>
                  </a:cubicBezTo>
                  <a:cubicBezTo>
                    <a:pt x="531939" y="29253"/>
                    <a:pt x="494082" y="53560"/>
                    <a:pt x="476014" y="92492"/>
                  </a:cubicBezTo>
                  <a:cubicBezTo>
                    <a:pt x="452998" y="141965"/>
                    <a:pt x="405031" y="172724"/>
                    <a:pt x="350396" y="172724"/>
                  </a:cubicBezTo>
                  <a:cubicBezTo>
                    <a:pt x="295976" y="172724"/>
                    <a:pt x="247794" y="141965"/>
                    <a:pt x="224778" y="92492"/>
                  </a:cubicBezTo>
                  <a:cubicBezTo>
                    <a:pt x="206710" y="53560"/>
                    <a:pt x="168853" y="29253"/>
                    <a:pt x="125833" y="29253"/>
                  </a:cubicBezTo>
                  <a:cubicBezTo>
                    <a:pt x="82813" y="29253"/>
                    <a:pt x="44956" y="53560"/>
                    <a:pt x="26887" y="92492"/>
                  </a:cubicBezTo>
                  <a:lnTo>
                    <a:pt x="0" y="80232"/>
                  </a:lnTo>
                  <a:cubicBezTo>
                    <a:pt x="23016" y="30759"/>
                    <a:pt x="70983" y="0"/>
                    <a:pt x="125618" y="0"/>
                  </a:cubicBezTo>
                  <a:cubicBezTo>
                    <a:pt x="180253" y="0"/>
                    <a:pt x="228220" y="30759"/>
                    <a:pt x="251235" y="80232"/>
                  </a:cubicBezTo>
                  <a:cubicBezTo>
                    <a:pt x="269304" y="119165"/>
                    <a:pt x="307376" y="143471"/>
                    <a:pt x="350181" y="143471"/>
                  </a:cubicBezTo>
                  <a:cubicBezTo>
                    <a:pt x="393201" y="143471"/>
                    <a:pt x="431058" y="119165"/>
                    <a:pt x="449126" y="80232"/>
                  </a:cubicBezTo>
                  <a:cubicBezTo>
                    <a:pt x="472142" y="30759"/>
                    <a:pt x="520324" y="0"/>
                    <a:pt x="574744" y="0"/>
                  </a:cubicBezTo>
                  <a:cubicBezTo>
                    <a:pt x="629164" y="0"/>
                    <a:pt x="677346" y="30759"/>
                    <a:pt x="700362" y="80232"/>
                  </a:cubicBezTo>
                  <a:cubicBezTo>
                    <a:pt x="718430" y="119165"/>
                    <a:pt x="756287" y="143471"/>
                    <a:pt x="799307" y="143471"/>
                  </a:cubicBezTo>
                  <a:lnTo>
                    <a:pt x="799307" y="143471"/>
                  </a:lnTo>
                  <a:cubicBezTo>
                    <a:pt x="842327" y="143471"/>
                    <a:pt x="880184" y="119165"/>
                    <a:pt x="898253" y="80232"/>
                  </a:cubicBezTo>
                  <a:cubicBezTo>
                    <a:pt x="921483" y="30759"/>
                    <a:pt x="969450" y="0"/>
                    <a:pt x="1024085" y="0"/>
                  </a:cubicBezTo>
                  <a:cubicBezTo>
                    <a:pt x="1078720" y="0"/>
                    <a:pt x="1126688" y="30759"/>
                    <a:pt x="1149703" y="80232"/>
                  </a:cubicBezTo>
                  <a:cubicBezTo>
                    <a:pt x="1167771" y="119165"/>
                    <a:pt x="1205629" y="143471"/>
                    <a:pt x="1248648" y="143471"/>
                  </a:cubicBezTo>
                  <a:cubicBezTo>
                    <a:pt x="1291668" y="143471"/>
                    <a:pt x="1329526" y="119165"/>
                    <a:pt x="1347594" y="80232"/>
                  </a:cubicBezTo>
                  <a:cubicBezTo>
                    <a:pt x="1370610" y="30759"/>
                    <a:pt x="1418792" y="0"/>
                    <a:pt x="1473212" y="0"/>
                  </a:cubicBezTo>
                  <a:cubicBezTo>
                    <a:pt x="1527847" y="0"/>
                    <a:pt x="1576029" y="30759"/>
                    <a:pt x="1598829" y="80232"/>
                  </a:cubicBezTo>
                  <a:lnTo>
                    <a:pt x="1572157" y="92492"/>
                  </a:lnTo>
                  <a:cubicBezTo>
                    <a:pt x="1554089" y="53560"/>
                    <a:pt x="1516016" y="29253"/>
                    <a:pt x="1473212" y="29253"/>
                  </a:cubicBezTo>
                  <a:cubicBezTo>
                    <a:pt x="1430192" y="29253"/>
                    <a:pt x="1392335" y="53560"/>
                    <a:pt x="1374266" y="92492"/>
                  </a:cubicBezTo>
                  <a:cubicBezTo>
                    <a:pt x="1351251" y="141965"/>
                    <a:pt x="1303069" y="172724"/>
                    <a:pt x="1248648" y="172724"/>
                  </a:cubicBezTo>
                  <a:close/>
                </a:path>
              </a:pathLst>
            </a:custGeom>
            <a:grpFill/>
            <a:ln w="214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3" name="Oval 22">
            <a:extLst>
              <a:ext uri="{FF2B5EF4-FFF2-40B4-BE49-F238E27FC236}">
                <a16:creationId xmlns:a16="http://schemas.microsoft.com/office/drawing/2014/main" id="{C10FB9CA-E7FA-462C-B537-F1224ED1ACF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719820" y="4236107"/>
            <a:ext cx="510988" cy="510988"/>
          </a:xfrm>
          <a:prstGeom prst="ellipse">
            <a:avLst/>
          </a:prstGeom>
          <a:solidFill>
            <a:srgbClr val="FFFFFF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8469AE7-A75B-4F37-850B-EF5974ABED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719820" y="4236107"/>
            <a:ext cx="510988" cy="510988"/>
          </a:xfrm>
          <a:prstGeom prst="ellipse">
            <a:avLst/>
          </a:prstGeom>
          <a:solidFill>
            <a:schemeClr val="accent2">
              <a:alpha val="30000"/>
            </a:scheme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27" name="Graphic 4">
            <a:extLst>
              <a:ext uri="{FF2B5EF4-FFF2-40B4-BE49-F238E27FC236}">
                <a16:creationId xmlns:a16="http://schemas.microsoft.com/office/drawing/2014/main" id="{63301095-70B2-49AA-8DA9-A35629AD621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8597506" y="4175798"/>
            <a:ext cx="1861486" cy="1861665"/>
            <a:chOff x="5734053" y="3067000"/>
            <a:chExt cx="724484" cy="724549"/>
          </a:xfrm>
          <a:solidFill>
            <a:schemeClr val="bg1"/>
          </a:solidFill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218E08C-0BEA-45C2-8C09-4141DDDA00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067000"/>
              <a:ext cx="14192" cy="14097"/>
            </a:xfrm>
            <a:custGeom>
              <a:avLst/>
              <a:gdLst>
                <a:gd name="connsiteX0" fmla="*/ 14192 w 14192"/>
                <a:gd name="connsiteY0" fmla="*/ 7049 h 14097"/>
                <a:gd name="connsiteX1" fmla="*/ 7144 w 14192"/>
                <a:gd name="connsiteY1" fmla="*/ 14097 h 14097"/>
                <a:gd name="connsiteX2" fmla="*/ 0 w 14192"/>
                <a:gd name="connsiteY2" fmla="*/ 7049 h 14097"/>
                <a:gd name="connsiteX3" fmla="*/ 7049 w 14192"/>
                <a:gd name="connsiteY3" fmla="*/ 0 h 14097"/>
                <a:gd name="connsiteX4" fmla="*/ 14192 w 14192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7">
                  <a:moveTo>
                    <a:pt x="14192" y="7049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32F6090-14E0-44C6-B9FC-C91047BCDC4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067000"/>
              <a:ext cx="14097" cy="14097"/>
            </a:xfrm>
            <a:custGeom>
              <a:avLst/>
              <a:gdLst>
                <a:gd name="connsiteX0" fmla="*/ 14097 w 14097"/>
                <a:gd name="connsiteY0" fmla="*/ 7049 h 14097"/>
                <a:gd name="connsiteX1" fmla="*/ 7049 w 14097"/>
                <a:gd name="connsiteY1" fmla="*/ 14097 h 14097"/>
                <a:gd name="connsiteX2" fmla="*/ 0 w 14097"/>
                <a:gd name="connsiteY2" fmla="*/ 7049 h 14097"/>
                <a:gd name="connsiteX3" fmla="*/ 7049 w 14097"/>
                <a:gd name="connsiteY3" fmla="*/ 0 h 14097"/>
                <a:gd name="connsiteX4" fmla="*/ 14097 w 14097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DB9402B-335C-4892-9E7C-C400E95BE05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7A4371D-4448-409A-93F3-0C92E3EBDC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80149CB-4B8F-4FD1-AC5E-25670C9EA0A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2D49A1A-35B0-4620-9D1E-A782A0E978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2" y="3067000"/>
              <a:ext cx="14097" cy="14097"/>
            </a:xfrm>
            <a:custGeom>
              <a:avLst/>
              <a:gdLst>
                <a:gd name="connsiteX0" fmla="*/ 14097 w 14097"/>
                <a:gd name="connsiteY0" fmla="*/ 7049 h 14097"/>
                <a:gd name="connsiteX1" fmla="*/ 7049 w 14097"/>
                <a:gd name="connsiteY1" fmla="*/ 14097 h 14097"/>
                <a:gd name="connsiteX2" fmla="*/ 0 w 14097"/>
                <a:gd name="connsiteY2" fmla="*/ 7049 h 14097"/>
                <a:gd name="connsiteX3" fmla="*/ 7049 w 14097"/>
                <a:gd name="connsiteY3" fmla="*/ 0 h 14097"/>
                <a:gd name="connsiteX4" fmla="*/ 14097 w 14097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FF46F08-B1E4-44C1-BD4A-4191D6EAD9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B16610-3D81-4E5C-850D-5D1245C0DC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126244"/>
              <a:ext cx="14192" cy="14097"/>
            </a:xfrm>
            <a:custGeom>
              <a:avLst/>
              <a:gdLst>
                <a:gd name="connsiteX0" fmla="*/ 14192 w 14192"/>
                <a:gd name="connsiteY0" fmla="*/ 7049 h 14097"/>
                <a:gd name="connsiteX1" fmla="*/ 7144 w 14192"/>
                <a:gd name="connsiteY1" fmla="*/ 14097 h 14097"/>
                <a:gd name="connsiteX2" fmla="*/ 0 w 14192"/>
                <a:gd name="connsiteY2" fmla="*/ 7049 h 14097"/>
                <a:gd name="connsiteX3" fmla="*/ 7049 w 14192"/>
                <a:gd name="connsiteY3" fmla="*/ 0 h 14097"/>
                <a:gd name="connsiteX4" fmla="*/ 14192 w 14192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7">
                  <a:moveTo>
                    <a:pt x="14192" y="7049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05501B2-83AC-4299-BE5A-8CA16B4089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126242"/>
              <a:ext cx="14097" cy="14099"/>
            </a:xfrm>
            <a:custGeom>
              <a:avLst/>
              <a:gdLst>
                <a:gd name="connsiteX0" fmla="*/ 14097 w 14097"/>
                <a:gd name="connsiteY0" fmla="*/ 7051 h 14099"/>
                <a:gd name="connsiteX1" fmla="*/ 7049 w 14097"/>
                <a:gd name="connsiteY1" fmla="*/ 14099 h 14099"/>
                <a:gd name="connsiteX2" fmla="*/ 0 w 14097"/>
                <a:gd name="connsiteY2" fmla="*/ 7051 h 14099"/>
                <a:gd name="connsiteX3" fmla="*/ 7049 w 14097"/>
                <a:gd name="connsiteY3" fmla="*/ 2 h 14099"/>
                <a:gd name="connsiteX4" fmla="*/ 14097 w 14097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7CF1B90-3B3A-403E-A94F-8B82945D07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126242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6A1CBA9-4AC1-4C42-9429-3FF31DF282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126242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1318D9B-FD39-402A-ADFA-0E6CC789A7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126242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33FB08F-B346-47C0-A7CD-1DE53E6C0D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1" y="3126244"/>
              <a:ext cx="14097" cy="14097"/>
            </a:xfrm>
            <a:custGeom>
              <a:avLst/>
              <a:gdLst>
                <a:gd name="connsiteX0" fmla="*/ 14097 w 14097"/>
                <a:gd name="connsiteY0" fmla="*/ 7049 h 14097"/>
                <a:gd name="connsiteX1" fmla="*/ 7048 w 14097"/>
                <a:gd name="connsiteY1" fmla="*/ 14097 h 14097"/>
                <a:gd name="connsiteX2" fmla="*/ 0 w 14097"/>
                <a:gd name="connsiteY2" fmla="*/ 7049 h 14097"/>
                <a:gd name="connsiteX3" fmla="*/ 7048 w 14097"/>
                <a:gd name="connsiteY3" fmla="*/ 0 h 14097"/>
                <a:gd name="connsiteX4" fmla="*/ 14097 w 14097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93AD6F2-6408-4A8E-9749-CB7388EF3D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126242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15D9D2F-1568-4BE3-A54A-69F52492B0E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185393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AB547A7-0D80-491F-98B4-C6B7CC4FC4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185393"/>
              <a:ext cx="14097" cy="14097"/>
            </a:xfrm>
            <a:custGeom>
              <a:avLst/>
              <a:gdLst>
                <a:gd name="connsiteX0" fmla="*/ 14097 w 14097"/>
                <a:gd name="connsiteY0" fmla="*/ 7049 h 14097"/>
                <a:gd name="connsiteX1" fmla="*/ 7049 w 14097"/>
                <a:gd name="connsiteY1" fmla="*/ 14097 h 14097"/>
                <a:gd name="connsiteX2" fmla="*/ 0 w 14097"/>
                <a:gd name="connsiteY2" fmla="*/ 7049 h 14097"/>
                <a:gd name="connsiteX3" fmla="*/ 7049 w 14097"/>
                <a:gd name="connsiteY3" fmla="*/ 0 h 14097"/>
                <a:gd name="connsiteX4" fmla="*/ 14097 w 14097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E2693CD-DAF5-4B26-9A2F-17673BF318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185393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96EEE12-952A-4693-B161-D7071D6010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185393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4228DCC-1611-4BDC-90AA-231F67EB11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185393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A163C3C-D3DF-461F-B6A8-90C7C227D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2" y="3185393"/>
              <a:ext cx="14097" cy="14097"/>
            </a:xfrm>
            <a:custGeom>
              <a:avLst/>
              <a:gdLst>
                <a:gd name="connsiteX0" fmla="*/ 14097 w 14097"/>
                <a:gd name="connsiteY0" fmla="*/ 7049 h 14097"/>
                <a:gd name="connsiteX1" fmla="*/ 7049 w 14097"/>
                <a:gd name="connsiteY1" fmla="*/ 14097 h 14097"/>
                <a:gd name="connsiteX2" fmla="*/ 0 w 14097"/>
                <a:gd name="connsiteY2" fmla="*/ 7049 h 14097"/>
                <a:gd name="connsiteX3" fmla="*/ 7049 w 14097"/>
                <a:gd name="connsiteY3" fmla="*/ 0 h 14097"/>
                <a:gd name="connsiteX4" fmla="*/ 14097 w 14097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D021D29-2980-41C3-AB83-DA93C105BC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185393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C09C1FA-1A9D-49A7-9D73-8B777140A30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244637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8D8CD4-7B9B-48A5-BC59-0CB859354F7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244635"/>
              <a:ext cx="14097" cy="14099"/>
            </a:xfrm>
            <a:custGeom>
              <a:avLst/>
              <a:gdLst>
                <a:gd name="connsiteX0" fmla="*/ 14097 w 14097"/>
                <a:gd name="connsiteY0" fmla="*/ 7051 h 14099"/>
                <a:gd name="connsiteX1" fmla="*/ 7049 w 14097"/>
                <a:gd name="connsiteY1" fmla="*/ 14099 h 14099"/>
                <a:gd name="connsiteX2" fmla="*/ 0 w 14097"/>
                <a:gd name="connsiteY2" fmla="*/ 7051 h 14099"/>
                <a:gd name="connsiteX3" fmla="*/ 7049 w 14097"/>
                <a:gd name="connsiteY3" fmla="*/ 2 h 14099"/>
                <a:gd name="connsiteX4" fmla="*/ 14097 w 14097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224D0A27-A8B0-4020-9399-24127726E6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244635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68E8EBA-9F8C-4650-B9BE-38A0A56BCF2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244635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A460BB3-2605-4AA2-AE1D-B9FB61EBF2D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244635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1E2E38EE-DBBE-4CC1-9498-E7193E1B28B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1" y="3244637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8 w 14097"/>
                <a:gd name="connsiteY1" fmla="*/ 14097 h 14096"/>
                <a:gd name="connsiteX2" fmla="*/ 0 w 14097"/>
                <a:gd name="connsiteY2" fmla="*/ 7048 h 14096"/>
                <a:gd name="connsiteX3" fmla="*/ 7048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F191D5C-7D2A-4408-A8F2-389D2360F9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244635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8F7193B-B379-4921-9F17-1841D50611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303786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4C5E53C-6003-4F74-B1CA-C7EA1E4993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303786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B97B2B1-1CF5-46A5-940D-AB8F57F5909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3037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783F4F1-D8CE-4453-B79B-AD976E272C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3037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6A7A4C9-F24F-4F00-A2FA-29E788A091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3037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B694A32-59D6-46E3-8CE4-E4C485C2CB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1" y="3303786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8 w 14097"/>
                <a:gd name="connsiteY1" fmla="*/ 14097 h 14096"/>
                <a:gd name="connsiteX2" fmla="*/ 0 w 14097"/>
                <a:gd name="connsiteY2" fmla="*/ 7048 h 14096"/>
                <a:gd name="connsiteX3" fmla="*/ 7048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983EBB4C-28FF-41C6-90D6-5F30FC0868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3037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707659D-8AE9-49B5-AB29-ECC099F495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363031"/>
              <a:ext cx="14192" cy="14097"/>
            </a:xfrm>
            <a:custGeom>
              <a:avLst/>
              <a:gdLst>
                <a:gd name="connsiteX0" fmla="*/ 14192 w 14192"/>
                <a:gd name="connsiteY0" fmla="*/ 7048 h 14097"/>
                <a:gd name="connsiteX1" fmla="*/ 7144 w 14192"/>
                <a:gd name="connsiteY1" fmla="*/ 14097 h 14097"/>
                <a:gd name="connsiteX2" fmla="*/ 0 w 14192"/>
                <a:gd name="connsiteY2" fmla="*/ 7048 h 14097"/>
                <a:gd name="connsiteX3" fmla="*/ 7049 w 14192"/>
                <a:gd name="connsiteY3" fmla="*/ 0 h 14097"/>
                <a:gd name="connsiteX4" fmla="*/ 14192 w 14192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7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C987ECC-9573-46EA-9C4A-7C3CAE39380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363029"/>
              <a:ext cx="14097" cy="14099"/>
            </a:xfrm>
            <a:custGeom>
              <a:avLst/>
              <a:gdLst>
                <a:gd name="connsiteX0" fmla="*/ 14097 w 14097"/>
                <a:gd name="connsiteY0" fmla="*/ 7051 h 14099"/>
                <a:gd name="connsiteX1" fmla="*/ 7049 w 14097"/>
                <a:gd name="connsiteY1" fmla="*/ 14099 h 14099"/>
                <a:gd name="connsiteX2" fmla="*/ 0 w 14097"/>
                <a:gd name="connsiteY2" fmla="*/ 7051 h 14099"/>
                <a:gd name="connsiteX3" fmla="*/ 7049 w 14097"/>
                <a:gd name="connsiteY3" fmla="*/ 2 h 14099"/>
                <a:gd name="connsiteX4" fmla="*/ 14097 w 14097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DAF6708-18C2-4082-B024-6CEA32AE01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363029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2CBB5AE-39E2-4D9B-A834-64D31B0032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363029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4592DE98-77BF-4E8E-AEB4-1934207BAE7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363029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AF5D9A0-BA94-4D2B-8479-26C55355B6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1" y="3363031"/>
              <a:ext cx="14097" cy="14097"/>
            </a:xfrm>
            <a:custGeom>
              <a:avLst/>
              <a:gdLst>
                <a:gd name="connsiteX0" fmla="*/ 14097 w 14097"/>
                <a:gd name="connsiteY0" fmla="*/ 7048 h 14097"/>
                <a:gd name="connsiteX1" fmla="*/ 7048 w 14097"/>
                <a:gd name="connsiteY1" fmla="*/ 14097 h 14097"/>
                <a:gd name="connsiteX2" fmla="*/ 0 w 14097"/>
                <a:gd name="connsiteY2" fmla="*/ 7048 h 14097"/>
                <a:gd name="connsiteX3" fmla="*/ 7048 w 14097"/>
                <a:gd name="connsiteY3" fmla="*/ 0 h 14097"/>
                <a:gd name="connsiteX4" fmla="*/ 14097 w 1409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2CAA6A8E-7ACF-4EF7-AAD6-734A009DCFB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363029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3DD3695-F212-4BAD-BBB3-EC1F624740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422181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B1B3ECB-7594-4C5C-B62B-E686C0A89E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422181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5EE54C3C-D9E5-4782-B8F6-058EB2D63E8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4221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EAE78EEE-DC43-44E1-AB47-ACB80F94B1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4221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847D67EF-1141-4582-866E-FE02FB2360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4221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99ECC931-60A1-4628-A34B-4B68DA3CC2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1" y="3422181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8 w 14097"/>
                <a:gd name="connsiteY1" fmla="*/ 14097 h 14096"/>
                <a:gd name="connsiteX2" fmla="*/ 0 w 14097"/>
                <a:gd name="connsiteY2" fmla="*/ 7048 h 14096"/>
                <a:gd name="connsiteX3" fmla="*/ 7048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A587D2BE-3417-44AE-BEEF-57F88CECB4D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4221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CEB2ED3-A08D-4286-B75D-893289F3F3D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87" y="3067000"/>
              <a:ext cx="14097" cy="14097"/>
            </a:xfrm>
            <a:custGeom>
              <a:avLst/>
              <a:gdLst>
                <a:gd name="connsiteX0" fmla="*/ 14097 w 14097"/>
                <a:gd name="connsiteY0" fmla="*/ 7049 h 14097"/>
                <a:gd name="connsiteX1" fmla="*/ 7049 w 14097"/>
                <a:gd name="connsiteY1" fmla="*/ 14097 h 14097"/>
                <a:gd name="connsiteX2" fmla="*/ 0 w 14097"/>
                <a:gd name="connsiteY2" fmla="*/ 7049 h 14097"/>
                <a:gd name="connsiteX3" fmla="*/ 6953 w 14097"/>
                <a:gd name="connsiteY3" fmla="*/ 0 h 14097"/>
                <a:gd name="connsiteX4" fmla="*/ 14097 w 14097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048" y="0"/>
                    <a:pt x="6953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C7DB7BB-8173-4377-85B0-032B7BDAB6D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38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3EF69B4-3F48-4509-8BF8-926E23BC1D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83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9 w 14096"/>
                <a:gd name="connsiteY1" fmla="*/ 14097 h 14097"/>
                <a:gd name="connsiteX2" fmla="*/ 0 w 14096"/>
                <a:gd name="connsiteY2" fmla="*/ 7049 h 14097"/>
                <a:gd name="connsiteX3" fmla="*/ 6953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048" y="0"/>
                    <a:pt x="6953" y="0"/>
                  </a:cubicBezTo>
                  <a:cubicBezTo>
                    <a:pt x="10859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1A86650-1EF5-46E3-885D-96985105A8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33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47EBBDE2-BD90-481F-A671-34E2186FB0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79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6953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048" y="0"/>
                    <a:pt x="6953" y="0"/>
                  </a:cubicBezTo>
                  <a:cubicBezTo>
                    <a:pt x="10858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87DAF1CB-838D-4C5C-8FB7-76BF677FEB0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29" y="3067000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8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8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4573DA8-D2F3-4644-AC79-83843615C4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87" y="3126241"/>
              <a:ext cx="14097" cy="14099"/>
            </a:xfrm>
            <a:custGeom>
              <a:avLst/>
              <a:gdLst>
                <a:gd name="connsiteX0" fmla="*/ 14097 w 14097"/>
                <a:gd name="connsiteY0" fmla="*/ 7051 h 14099"/>
                <a:gd name="connsiteX1" fmla="*/ 7049 w 14097"/>
                <a:gd name="connsiteY1" fmla="*/ 14099 h 14099"/>
                <a:gd name="connsiteX2" fmla="*/ 0 w 14097"/>
                <a:gd name="connsiteY2" fmla="*/ 7051 h 14099"/>
                <a:gd name="connsiteX3" fmla="*/ 7049 w 14097"/>
                <a:gd name="connsiteY3" fmla="*/ 2 h 14099"/>
                <a:gd name="connsiteX4" fmla="*/ 14097 w 14097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1AB53B8-0D5C-44BD-A2A9-ABBF659E1F9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38" y="3126241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9B7FA60-B453-4877-8D47-CA1209DF91A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83" y="3126241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9 w 14096"/>
                <a:gd name="connsiteY1" fmla="*/ 14099 h 14099"/>
                <a:gd name="connsiteX2" fmla="*/ 0 w 14096"/>
                <a:gd name="connsiteY2" fmla="*/ 7051 h 14099"/>
                <a:gd name="connsiteX3" fmla="*/ 7049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859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A6D2414-BCCC-40E8-B990-47642EFE96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33" y="3126241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0F37C2B-B7E6-420D-AD39-3AE4A2FBE9B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79" y="3126240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858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6417E45-D7FC-40B8-AD49-941B28D18CA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29" y="3126242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A8D1963-0C59-476C-AAFA-A7AF4FF508F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87" y="3185391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BE777A9-EC29-46FC-AD21-AC7FD89B13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38" y="318539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C63BA1CE-93FB-42C7-8381-765E5002322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83" y="318539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9 w 14096"/>
                <a:gd name="connsiteY1" fmla="*/ 14097 h 14096"/>
                <a:gd name="connsiteX2" fmla="*/ 0 w 14096"/>
                <a:gd name="connsiteY2" fmla="*/ 7048 h 14096"/>
                <a:gd name="connsiteX3" fmla="*/ 7049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859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F30F275-ADC8-4FD1-8B4B-673B37517B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33" y="318539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B20529C-F2DD-4607-8DEE-19A9329686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79" y="318539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858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8029A9A-DFF9-49CE-8CEE-95A6695F3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29" y="3185391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8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8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822C2EC-B05D-4CE6-9D59-164769D0ED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87" y="3244634"/>
              <a:ext cx="14097" cy="14099"/>
            </a:xfrm>
            <a:custGeom>
              <a:avLst/>
              <a:gdLst>
                <a:gd name="connsiteX0" fmla="*/ 14097 w 14097"/>
                <a:gd name="connsiteY0" fmla="*/ 7051 h 14099"/>
                <a:gd name="connsiteX1" fmla="*/ 7049 w 14097"/>
                <a:gd name="connsiteY1" fmla="*/ 14099 h 14099"/>
                <a:gd name="connsiteX2" fmla="*/ 0 w 14097"/>
                <a:gd name="connsiteY2" fmla="*/ 7051 h 14099"/>
                <a:gd name="connsiteX3" fmla="*/ 7049 w 14097"/>
                <a:gd name="connsiteY3" fmla="*/ 2 h 14099"/>
                <a:gd name="connsiteX4" fmla="*/ 14097 w 14097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53A0760F-F576-4A97-94AF-8BBE590844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38" y="3244634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CA76721C-646A-4910-AD1A-BE6B67767C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83" y="3244634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9 w 14096"/>
                <a:gd name="connsiteY1" fmla="*/ 14099 h 14099"/>
                <a:gd name="connsiteX2" fmla="*/ 0 w 14096"/>
                <a:gd name="connsiteY2" fmla="*/ 7051 h 14099"/>
                <a:gd name="connsiteX3" fmla="*/ 7049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859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65D4766-CAEC-4074-A9E2-6110A12389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33" y="3244634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4F1A0AC6-319D-49D8-A4FB-17A70E8E898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79" y="3244634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858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79502B48-2B92-45BF-B9AC-1102B380782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29" y="324463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6363AFA7-321F-431C-B2FD-ADCB4D24BD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87" y="3303786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33EDDE1B-7379-4973-8CFD-F3C737104D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38" y="33037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F20B58A-2DB8-46B2-9E93-9C8C817DCD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83" y="33037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9 w 14096"/>
                <a:gd name="connsiteY1" fmla="*/ 14097 h 14096"/>
                <a:gd name="connsiteX2" fmla="*/ 0 w 14096"/>
                <a:gd name="connsiteY2" fmla="*/ 7048 h 14096"/>
                <a:gd name="connsiteX3" fmla="*/ 7049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859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A5A3EF12-3DA1-4505-A44B-1B96348873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33" y="33037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5B08812B-9264-47E7-8EC8-1233869F6BA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79" y="33037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858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2A29F226-A243-410B-BEE4-EBA9DD76F8D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29" y="330378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DF57348-F837-475C-A7AA-3C7210041E3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87" y="3363028"/>
              <a:ext cx="14097" cy="14099"/>
            </a:xfrm>
            <a:custGeom>
              <a:avLst/>
              <a:gdLst>
                <a:gd name="connsiteX0" fmla="*/ 14097 w 14097"/>
                <a:gd name="connsiteY0" fmla="*/ 7051 h 14099"/>
                <a:gd name="connsiteX1" fmla="*/ 7049 w 14097"/>
                <a:gd name="connsiteY1" fmla="*/ 14099 h 14099"/>
                <a:gd name="connsiteX2" fmla="*/ 0 w 14097"/>
                <a:gd name="connsiteY2" fmla="*/ 7051 h 14099"/>
                <a:gd name="connsiteX3" fmla="*/ 7049 w 14097"/>
                <a:gd name="connsiteY3" fmla="*/ 2 h 14099"/>
                <a:gd name="connsiteX4" fmla="*/ 14097 w 14097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E41B89A-9A45-4947-ADB0-9400400498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38" y="3363028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6C1F1525-32BC-46E1-84E6-C2BB88730B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83" y="3363028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9 w 14096"/>
                <a:gd name="connsiteY1" fmla="*/ 14099 h 14099"/>
                <a:gd name="connsiteX2" fmla="*/ 0 w 14096"/>
                <a:gd name="connsiteY2" fmla="*/ 7051 h 14099"/>
                <a:gd name="connsiteX3" fmla="*/ 7049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859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73A8972-BA44-40C6-B045-83E78C4D4A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33" y="3363028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C196E956-03D1-4F79-826A-A2F5E3DEF1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79" y="3363027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858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ADA7B07B-EAC8-4FA5-B14F-3ABF8BA7A27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29" y="3363029"/>
              <a:ext cx="14096" cy="14097"/>
            </a:xfrm>
            <a:custGeom>
              <a:avLst/>
              <a:gdLst>
                <a:gd name="connsiteX0" fmla="*/ 14097 w 14096"/>
                <a:gd name="connsiteY0" fmla="*/ 7048 h 14097"/>
                <a:gd name="connsiteX1" fmla="*/ 7048 w 14096"/>
                <a:gd name="connsiteY1" fmla="*/ 14097 h 14097"/>
                <a:gd name="connsiteX2" fmla="*/ 0 w 14096"/>
                <a:gd name="connsiteY2" fmla="*/ 7048 h 14097"/>
                <a:gd name="connsiteX3" fmla="*/ 7048 w 14096"/>
                <a:gd name="connsiteY3" fmla="*/ 0 h 14097"/>
                <a:gd name="connsiteX4" fmla="*/ 14097 w 14096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93C28672-FF9E-4FE0-AC47-2FDD26CD75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87" y="3422179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E347BAB3-EA9C-4ADD-AE5E-28F2E3C538A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38" y="3422179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321920C4-EE31-4F03-A0D5-A280D3F4B1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83" y="3422179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9 w 14096"/>
                <a:gd name="connsiteY1" fmla="*/ 14097 h 14096"/>
                <a:gd name="connsiteX2" fmla="*/ 0 w 14096"/>
                <a:gd name="connsiteY2" fmla="*/ 7048 h 14096"/>
                <a:gd name="connsiteX3" fmla="*/ 7049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859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6EBB3D05-4C78-4F10-8D03-8909DBCFB32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33" y="342217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FC65F531-84E4-463F-8791-EB6EDFA639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79" y="3422180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858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63BB6A3-D482-43F2-9F5F-20E163CC44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29" y="34221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BDCCD34-EB5D-4194-8A28-1424E98AE4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481330"/>
              <a:ext cx="14192" cy="14096"/>
            </a:xfrm>
            <a:custGeom>
              <a:avLst/>
              <a:gdLst>
                <a:gd name="connsiteX0" fmla="*/ 14192 w 14192"/>
                <a:gd name="connsiteY0" fmla="*/ 7049 h 14096"/>
                <a:gd name="connsiteX1" fmla="*/ 7144 w 14192"/>
                <a:gd name="connsiteY1" fmla="*/ 14097 h 14096"/>
                <a:gd name="connsiteX2" fmla="*/ 0 w 14192"/>
                <a:gd name="connsiteY2" fmla="*/ 7049 h 14096"/>
                <a:gd name="connsiteX3" fmla="*/ 7049 w 14192"/>
                <a:gd name="connsiteY3" fmla="*/ 0 h 14096"/>
                <a:gd name="connsiteX4" fmla="*/ 14192 w 14192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9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1049"/>
                    <a:pt x="0" y="7049"/>
                  </a:cubicBezTo>
                  <a:cubicBezTo>
                    <a:pt x="0" y="3048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F058544E-163D-4FFF-9A69-0B3A3F2D66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481330"/>
              <a:ext cx="14097" cy="14097"/>
            </a:xfrm>
            <a:custGeom>
              <a:avLst/>
              <a:gdLst>
                <a:gd name="connsiteX0" fmla="*/ 14097 w 14097"/>
                <a:gd name="connsiteY0" fmla="*/ 7049 h 14097"/>
                <a:gd name="connsiteX1" fmla="*/ 7049 w 14097"/>
                <a:gd name="connsiteY1" fmla="*/ 14097 h 14097"/>
                <a:gd name="connsiteX2" fmla="*/ 0 w 14097"/>
                <a:gd name="connsiteY2" fmla="*/ 7049 h 14097"/>
                <a:gd name="connsiteX3" fmla="*/ 7049 w 14097"/>
                <a:gd name="connsiteY3" fmla="*/ 0 h 14097"/>
                <a:gd name="connsiteX4" fmla="*/ 14097 w 14097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11041486-0577-4F0E-8DD5-5E20E26729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481330"/>
              <a:ext cx="14096" cy="14096"/>
            </a:xfrm>
            <a:custGeom>
              <a:avLst/>
              <a:gdLst>
                <a:gd name="connsiteX0" fmla="*/ 14097 w 14096"/>
                <a:gd name="connsiteY0" fmla="*/ 7049 h 14096"/>
                <a:gd name="connsiteX1" fmla="*/ 7048 w 14096"/>
                <a:gd name="connsiteY1" fmla="*/ 14097 h 14096"/>
                <a:gd name="connsiteX2" fmla="*/ 0 w 14096"/>
                <a:gd name="connsiteY2" fmla="*/ 7049 h 14096"/>
                <a:gd name="connsiteX3" fmla="*/ 7048 w 14096"/>
                <a:gd name="connsiteY3" fmla="*/ 0 h 14096"/>
                <a:gd name="connsiteX4" fmla="*/ 14097 w 14096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1D11099-C84E-43AC-9F20-92460E1708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481330"/>
              <a:ext cx="14096" cy="14096"/>
            </a:xfrm>
            <a:custGeom>
              <a:avLst/>
              <a:gdLst>
                <a:gd name="connsiteX0" fmla="*/ 14097 w 14096"/>
                <a:gd name="connsiteY0" fmla="*/ 7049 h 14096"/>
                <a:gd name="connsiteX1" fmla="*/ 7048 w 14096"/>
                <a:gd name="connsiteY1" fmla="*/ 14097 h 14096"/>
                <a:gd name="connsiteX2" fmla="*/ 0 w 14096"/>
                <a:gd name="connsiteY2" fmla="*/ 7049 h 14096"/>
                <a:gd name="connsiteX3" fmla="*/ 7048 w 14096"/>
                <a:gd name="connsiteY3" fmla="*/ 0 h 14096"/>
                <a:gd name="connsiteX4" fmla="*/ 14097 w 14096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598FB87-8AFF-4C56-9E2C-776F4641E9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481330"/>
              <a:ext cx="14096" cy="14096"/>
            </a:xfrm>
            <a:custGeom>
              <a:avLst/>
              <a:gdLst>
                <a:gd name="connsiteX0" fmla="*/ 14097 w 14096"/>
                <a:gd name="connsiteY0" fmla="*/ 7049 h 14096"/>
                <a:gd name="connsiteX1" fmla="*/ 7048 w 14096"/>
                <a:gd name="connsiteY1" fmla="*/ 14097 h 14096"/>
                <a:gd name="connsiteX2" fmla="*/ 0 w 14096"/>
                <a:gd name="connsiteY2" fmla="*/ 7049 h 14096"/>
                <a:gd name="connsiteX3" fmla="*/ 7048 w 14096"/>
                <a:gd name="connsiteY3" fmla="*/ 0 h 14096"/>
                <a:gd name="connsiteX4" fmla="*/ 14097 w 14096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701E761-16DE-4350-9718-DD81B37FB9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2" y="3481330"/>
              <a:ext cx="14097" cy="14097"/>
            </a:xfrm>
            <a:custGeom>
              <a:avLst/>
              <a:gdLst>
                <a:gd name="connsiteX0" fmla="*/ 14097 w 14097"/>
                <a:gd name="connsiteY0" fmla="*/ 7049 h 14097"/>
                <a:gd name="connsiteX1" fmla="*/ 7049 w 14097"/>
                <a:gd name="connsiteY1" fmla="*/ 14097 h 14097"/>
                <a:gd name="connsiteX2" fmla="*/ 0 w 14097"/>
                <a:gd name="connsiteY2" fmla="*/ 7049 h 14097"/>
                <a:gd name="connsiteX3" fmla="*/ 7049 w 14097"/>
                <a:gd name="connsiteY3" fmla="*/ 0 h 14097"/>
                <a:gd name="connsiteX4" fmla="*/ 14097 w 14097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52E747F-E415-4348-A11A-4CABCB64B5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481330"/>
              <a:ext cx="14096" cy="14096"/>
            </a:xfrm>
            <a:custGeom>
              <a:avLst/>
              <a:gdLst>
                <a:gd name="connsiteX0" fmla="*/ 14097 w 14096"/>
                <a:gd name="connsiteY0" fmla="*/ 7049 h 14096"/>
                <a:gd name="connsiteX1" fmla="*/ 7048 w 14096"/>
                <a:gd name="connsiteY1" fmla="*/ 14097 h 14096"/>
                <a:gd name="connsiteX2" fmla="*/ 0 w 14096"/>
                <a:gd name="connsiteY2" fmla="*/ 7049 h 14096"/>
                <a:gd name="connsiteX3" fmla="*/ 7048 w 14096"/>
                <a:gd name="connsiteY3" fmla="*/ 0 h 14096"/>
                <a:gd name="connsiteX4" fmla="*/ 14097 w 14096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C6472F13-E6DE-4469-9563-F478261B6E6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540575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5C72FE15-910B-4622-A14C-AFA2DFCC02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540575"/>
              <a:ext cx="14097" cy="14097"/>
            </a:xfrm>
            <a:custGeom>
              <a:avLst/>
              <a:gdLst>
                <a:gd name="connsiteX0" fmla="*/ 14097 w 14097"/>
                <a:gd name="connsiteY0" fmla="*/ 7048 h 14097"/>
                <a:gd name="connsiteX1" fmla="*/ 7049 w 14097"/>
                <a:gd name="connsiteY1" fmla="*/ 14097 h 14097"/>
                <a:gd name="connsiteX2" fmla="*/ 0 w 14097"/>
                <a:gd name="connsiteY2" fmla="*/ 7048 h 14097"/>
                <a:gd name="connsiteX3" fmla="*/ 7049 w 14097"/>
                <a:gd name="connsiteY3" fmla="*/ 0 h 14097"/>
                <a:gd name="connsiteX4" fmla="*/ 14097 w 1409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8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8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AB8F759-DEFA-4D35-B76E-6D3034FB77D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54057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A1BBCEBD-DCE2-4354-B878-49ABEC3679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54057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CBB3A18-0021-403F-8E24-8805829B42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54057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8FDF7AAC-1EC6-4409-90AB-DBB984883D0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2" y="3540575"/>
              <a:ext cx="14097" cy="14097"/>
            </a:xfrm>
            <a:custGeom>
              <a:avLst/>
              <a:gdLst>
                <a:gd name="connsiteX0" fmla="*/ 14097 w 14097"/>
                <a:gd name="connsiteY0" fmla="*/ 7048 h 14097"/>
                <a:gd name="connsiteX1" fmla="*/ 7049 w 14097"/>
                <a:gd name="connsiteY1" fmla="*/ 14097 h 14097"/>
                <a:gd name="connsiteX2" fmla="*/ 0 w 14097"/>
                <a:gd name="connsiteY2" fmla="*/ 7048 h 14097"/>
                <a:gd name="connsiteX3" fmla="*/ 7049 w 14097"/>
                <a:gd name="connsiteY3" fmla="*/ 0 h 14097"/>
                <a:gd name="connsiteX4" fmla="*/ 14097 w 1409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7">
                  <a:moveTo>
                    <a:pt x="14097" y="7048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8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9999E8-7D25-4049-8328-685B556DC65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54057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E77FC8A9-DEAE-424D-B460-12E0F3268DC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599725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4F9C69A-0DCF-444A-B970-32B4120483D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599725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8BD94DDA-54FF-48EE-9DAC-C0EA6F91D4A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59972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E18A6989-0132-4CB7-BB68-EEBC4E0806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59972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A1357332-D19F-4C2B-B474-21D5539B90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59972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95C7590-8B80-428C-95A9-638B265425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1" y="3599725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8 w 14097"/>
                <a:gd name="connsiteY1" fmla="*/ 14097 h 14096"/>
                <a:gd name="connsiteX2" fmla="*/ 0 w 14097"/>
                <a:gd name="connsiteY2" fmla="*/ 7048 h 14096"/>
                <a:gd name="connsiteX3" fmla="*/ 7048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CA0E8A31-7520-4726-9D96-43BA87407E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59972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9407EEE0-5D8E-4CCC-A91B-0CB523227C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3" y="3658968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799DFCC-868B-4257-B530-8E8D616CC5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299" y="3658968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7F5EEB5-FE82-45A8-97C4-88460ABAFB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49" y="365896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CD76E4C7-EB07-499D-9BC3-FF39C8B613F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5" y="365896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86EFDF8D-E5F7-4EB8-B8DA-3CC7E21D88A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5" y="365896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CA6506B-EACA-4FB2-81AB-E028F44786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0" y="3658968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8 w 14097"/>
                <a:gd name="connsiteY1" fmla="*/ 14097 h 14096"/>
                <a:gd name="connsiteX2" fmla="*/ 0 w 14097"/>
                <a:gd name="connsiteY2" fmla="*/ 7048 h 14096"/>
                <a:gd name="connsiteX3" fmla="*/ 7048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193E4771-2787-4901-93D8-7E90F3F479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65896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0EA31773-15F1-4605-8787-6891ABB2118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5" y="3718118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302C213-2CD5-4168-9534-111E6E81A8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0" y="3718118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B9B36C24-2336-41FD-BAC4-6CD69DFD55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0" y="371811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CA3AFAFE-D376-4A7B-928B-833531472DD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696" y="371811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7C685A00-A4F7-4250-BAAA-70978DADE4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46" y="371811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52682F3-EDD5-4BDC-BB19-A4540873A83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091" y="3718118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8 w 14097"/>
                <a:gd name="connsiteY1" fmla="*/ 14097 h 14096"/>
                <a:gd name="connsiteX2" fmla="*/ 0 w 14097"/>
                <a:gd name="connsiteY2" fmla="*/ 7048 h 14096"/>
                <a:gd name="connsiteX3" fmla="*/ 7048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2C5E1880-CFBA-4547-9C23-6D2C433048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42" y="371811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439AAF4F-2AAD-4A02-A7FA-FE28D52869A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34057" y="3777362"/>
              <a:ext cx="14192" cy="14096"/>
            </a:xfrm>
            <a:custGeom>
              <a:avLst/>
              <a:gdLst>
                <a:gd name="connsiteX0" fmla="*/ 14192 w 14192"/>
                <a:gd name="connsiteY0" fmla="*/ 7048 h 14096"/>
                <a:gd name="connsiteX1" fmla="*/ 7144 w 14192"/>
                <a:gd name="connsiteY1" fmla="*/ 14097 h 14096"/>
                <a:gd name="connsiteX2" fmla="*/ 0 w 14192"/>
                <a:gd name="connsiteY2" fmla="*/ 7048 h 14096"/>
                <a:gd name="connsiteX3" fmla="*/ 7049 w 14192"/>
                <a:gd name="connsiteY3" fmla="*/ 0 h 14096"/>
                <a:gd name="connsiteX4" fmla="*/ 14192 w 14192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2" h="14096">
                  <a:moveTo>
                    <a:pt x="14192" y="7048"/>
                  </a:moveTo>
                  <a:cubicBezTo>
                    <a:pt x="14192" y="10954"/>
                    <a:pt x="11049" y="14097"/>
                    <a:pt x="7144" y="14097"/>
                  </a:cubicBezTo>
                  <a:cubicBezTo>
                    <a:pt x="3239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192" y="3143"/>
                    <a:pt x="14192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05614144-9309-41ED-8E05-839A6EEFF8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793301" y="3777362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8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24324D6F-A81D-45F2-BA36-C53F1AB0C67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852453" y="3777360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6B00668D-07BC-47CF-9D1E-F94EC7C56F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11701" y="3777360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BCF78A89-29F2-4973-8463-DF3C57EFB4F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970854" y="3777360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F5BCB645-FB02-40FC-99A4-06CA3F1B28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30102" y="3777362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41"/>
                    <a:pt x="10941" y="14097"/>
                    <a:pt x="7049" y="14097"/>
                  </a:cubicBezTo>
                  <a:cubicBezTo>
                    <a:pt x="3156" y="14097"/>
                    <a:pt x="0" y="10941"/>
                    <a:pt x="0" y="7048"/>
                  </a:cubicBezTo>
                  <a:cubicBezTo>
                    <a:pt x="0" y="3156"/>
                    <a:pt x="3156" y="0"/>
                    <a:pt x="7049" y="0"/>
                  </a:cubicBezTo>
                  <a:cubicBezTo>
                    <a:pt x="10941" y="0"/>
                    <a:pt x="14097" y="3156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6115A3A-2FBE-4633-A426-37D05BC0712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089250" y="3777360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AEFD8D2F-B95A-4C0A-AE85-53171B29F5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95" y="3481330"/>
              <a:ext cx="14097" cy="14096"/>
            </a:xfrm>
            <a:custGeom>
              <a:avLst/>
              <a:gdLst>
                <a:gd name="connsiteX0" fmla="*/ 14097 w 14097"/>
                <a:gd name="connsiteY0" fmla="*/ 7049 h 14096"/>
                <a:gd name="connsiteX1" fmla="*/ 7049 w 14097"/>
                <a:gd name="connsiteY1" fmla="*/ 14097 h 14096"/>
                <a:gd name="connsiteX2" fmla="*/ 0 w 14097"/>
                <a:gd name="connsiteY2" fmla="*/ 7049 h 14096"/>
                <a:gd name="connsiteX3" fmla="*/ 7049 w 14097"/>
                <a:gd name="connsiteY3" fmla="*/ 0 h 14096"/>
                <a:gd name="connsiteX4" fmla="*/ 14097 w 14097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4DD4F397-1F35-4E06-8EC1-8F58C51912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46" y="3481330"/>
              <a:ext cx="14096" cy="14096"/>
            </a:xfrm>
            <a:custGeom>
              <a:avLst/>
              <a:gdLst>
                <a:gd name="connsiteX0" fmla="*/ 14097 w 14096"/>
                <a:gd name="connsiteY0" fmla="*/ 7049 h 14096"/>
                <a:gd name="connsiteX1" fmla="*/ 7048 w 14096"/>
                <a:gd name="connsiteY1" fmla="*/ 14097 h 14096"/>
                <a:gd name="connsiteX2" fmla="*/ 0 w 14096"/>
                <a:gd name="connsiteY2" fmla="*/ 7049 h 14096"/>
                <a:gd name="connsiteX3" fmla="*/ 7048 w 14096"/>
                <a:gd name="connsiteY3" fmla="*/ 0 h 14096"/>
                <a:gd name="connsiteX4" fmla="*/ 14097 w 14096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B031E5E0-C77D-49F7-ADF2-258D23052D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91" y="3481330"/>
              <a:ext cx="14096" cy="14096"/>
            </a:xfrm>
            <a:custGeom>
              <a:avLst/>
              <a:gdLst>
                <a:gd name="connsiteX0" fmla="*/ 14097 w 14096"/>
                <a:gd name="connsiteY0" fmla="*/ 7049 h 14096"/>
                <a:gd name="connsiteX1" fmla="*/ 7049 w 14096"/>
                <a:gd name="connsiteY1" fmla="*/ 14097 h 14096"/>
                <a:gd name="connsiteX2" fmla="*/ 0 w 14096"/>
                <a:gd name="connsiteY2" fmla="*/ 7049 h 14096"/>
                <a:gd name="connsiteX3" fmla="*/ 7049 w 14096"/>
                <a:gd name="connsiteY3" fmla="*/ 0 h 14096"/>
                <a:gd name="connsiteX4" fmla="*/ 14097 w 14096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859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F044DE9-FE64-4C30-8191-7E1547880C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42" y="3481330"/>
              <a:ext cx="14096" cy="14096"/>
            </a:xfrm>
            <a:custGeom>
              <a:avLst/>
              <a:gdLst>
                <a:gd name="connsiteX0" fmla="*/ 14097 w 14096"/>
                <a:gd name="connsiteY0" fmla="*/ 7049 h 14096"/>
                <a:gd name="connsiteX1" fmla="*/ 7048 w 14096"/>
                <a:gd name="connsiteY1" fmla="*/ 14097 h 14096"/>
                <a:gd name="connsiteX2" fmla="*/ 0 w 14096"/>
                <a:gd name="connsiteY2" fmla="*/ 7049 h 14096"/>
                <a:gd name="connsiteX3" fmla="*/ 7048 w 14096"/>
                <a:gd name="connsiteY3" fmla="*/ 0 h 14096"/>
                <a:gd name="connsiteX4" fmla="*/ 14097 w 14096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9B18BCEB-85ED-4077-ACB7-FEB2F64432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88" y="3481330"/>
              <a:ext cx="14096" cy="14096"/>
            </a:xfrm>
            <a:custGeom>
              <a:avLst/>
              <a:gdLst>
                <a:gd name="connsiteX0" fmla="*/ 14097 w 14096"/>
                <a:gd name="connsiteY0" fmla="*/ 7049 h 14096"/>
                <a:gd name="connsiteX1" fmla="*/ 7048 w 14096"/>
                <a:gd name="connsiteY1" fmla="*/ 14097 h 14096"/>
                <a:gd name="connsiteX2" fmla="*/ 0 w 14096"/>
                <a:gd name="connsiteY2" fmla="*/ 7049 h 14096"/>
                <a:gd name="connsiteX3" fmla="*/ 7048 w 14096"/>
                <a:gd name="connsiteY3" fmla="*/ 0 h 14096"/>
                <a:gd name="connsiteX4" fmla="*/ 14097 w 14096"/>
                <a:gd name="connsiteY4" fmla="*/ 7049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9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9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858" y="0"/>
                    <a:pt x="14097" y="3143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0C0927E-2CCF-4F8E-8A54-22B8A93C979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37" y="3481329"/>
              <a:ext cx="14096" cy="14097"/>
            </a:xfrm>
            <a:custGeom>
              <a:avLst/>
              <a:gdLst>
                <a:gd name="connsiteX0" fmla="*/ 14097 w 14096"/>
                <a:gd name="connsiteY0" fmla="*/ 7049 h 14097"/>
                <a:gd name="connsiteX1" fmla="*/ 7048 w 14096"/>
                <a:gd name="connsiteY1" fmla="*/ 14097 h 14097"/>
                <a:gd name="connsiteX2" fmla="*/ 0 w 14096"/>
                <a:gd name="connsiteY2" fmla="*/ 7049 h 14097"/>
                <a:gd name="connsiteX3" fmla="*/ 7048 w 14096"/>
                <a:gd name="connsiteY3" fmla="*/ 0 h 14097"/>
                <a:gd name="connsiteX4" fmla="*/ 14097 w 14096"/>
                <a:gd name="connsiteY4" fmla="*/ 7049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9"/>
                  </a:moveTo>
                  <a:cubicBezTo>
                    <a:pt x="14097" y="10941"/>
                    <a:pt x="10941" y="14097"/>
                    <a:pt x="7048" y="14097"/>
                  </a:cubicBezTo>
                  <a:cubicBezTo>
                    <a:pt x="3156" y="14097"/>
                    <a:pt x="0" y="10941"/>
                    <a:pt x="0" y="7049"/>
                  </a:cubicBezTo>
                  <a:cubicBezTo>
                    <a:pt x="0" y="3156"/>
                    <a:pt x="3156" y="0"/>
                    <a:pt x="7048" y="0"/>
                  </a:cubicBezTo>
                  <a:cubicBezTo>
                    <a:pt x="10941" y="0"/>
                    <a:pt x="14097" y="3156"/>
                    <a:pt x="14097" y="7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D0C3350E-04F5-4FED-9991-4DD964E099D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95" y="3540578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F43D0338-A6C9-4866-8D0C-072664518ED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46" y="35405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0EA171B-27E2-4100-9D5F-123CF6E7F9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91" y="3540584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9 w 14096"/>
                <a:gd name="connsiteY1" fmla="*/ 14097 h 14096"/>
                <a:gd name="connsiteX2" fmla="*/ 0 w 14096"/>
                <a:gd name="connsiteY2" fmla="*/ 7048 h 14096"/>
                <a:gd name="connsiteX3" fmla="*/ 7049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859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2FD540C-F3DF-40F5-B2BE-BBD113EF43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42" y="3540584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7768D93-FAD4-4236-969B-B8EE8E88F3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88" y="3540586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858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0F5E0490-21C2-4EF6-950D-38814F32C2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37" y="3540588"/>
              <a:ext cx="14096" cy="14097"/>
            </a:xfrm>
            <a:custGeom>
              <a:avLst/>
              <a:gdLst>
                <a:gd name="connsiteX0" fmla="*/ 14097 w 14096"/>
                <a:gd name="connsiteY0" fmla="*/ 7048 h 14097"/>
                <a:gd name="connsiteX1" fmla="*/ 7048 w 14096"/>
                <a:gd name="connsiteY1" fmla="*/ 14097 h 14097"/>
                <a:gd name="connsiteX2" fmla="*/ 0 w 14096"/>
                <a:gd name="connsiteY2" fmla="*/ 7048 h 14097"/>
                <a:gd name="connsiteX3" fmla="*/ 7048 w 14096"/>
                <a:gd name="connsiteY3" fmla="*/ 0 h 14097"/>
                <a:gd name="connsiteX4" fmla="*/ 14097 w 14096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7">
                  <a:moveTo>
                    <a:pt x="14097" y="7048"/>
                  </a:moveTo>
                  <a:cubicBezTo>
                    <a:pt x="14097" y="10941"/>
                    <a:pt x="10941" y="14097"/>
                    <a:pt x="7048" y="14097"/>
                  </a:cubicBezTo>
                  <a:cubicBezTo>
                    <a:pt x="3156" y="14097"/>
                    <a:pt x="0" y="10941"/>
                    <a:pt x="0" y="7048"/>
                  </a:cubicBezTo>
                  <a:cubicBezTo>
                    <a:pt x="0" y="3156"/>
                    <a:pt x="3156" y="0"/>
                    <a:pt x="7048" y="0"/>
                  </a:cubicBezTo>
                  <a:cubicBezTo>
                    <a:pt x="10941" y="0"/>
                    <a:pt x="14097" y="3156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8E981C9B-710F-4034-AE82-28B1B07245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95" y="3599737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CC62C2CC-DBAE-4877-8F55-02FE00AE811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46" y="3599737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F57D8B-1988-441F-9DAE-A525DA5E9D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91" y="3599737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9 w 14096"/>
                <a:gd name="connsiteY1" fmla="*/ 14097 h 14096"/>
                <a:gd name="connsiteX2" fmla="*/ 0 w 14096"/>
                <a:gd name="connsiteY2" fmla="*/ 7048 h 14096"/>
                <a:gd name="connsiteX3" fmla="*/ 7049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859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715F028-3A13-4D5F-86C4-74C0AD81D6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42" y="3599737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6C9B50-47B3-44E7-B897-43D010A189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88" y="3599735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858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F3F602F0-702E-4D5F-A4FC-0E602C02B9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37" y="3599737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9F379870-B34C-4DFC-9F0A-BDAB8C89FE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95" y="3658981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641092AC-FED1-4D1D-B57C-0AC883CA958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46" y="36589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EA8A0B5E-5BB1-46AF-AC31-7D3756F354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91" y="36589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9 w 14096"/>
                <a:gd name="connsiteY1" fmla="*/ 14097 h 14096"/>
                <a:gd name="connsiteX2" fmla="*/ 0 w 14096"/>
                <a:gd name="connsiteY2" fmla="*/ 7048 h 14096"/>
                <a:gd name="connsiteX3" fmla="*/ 7049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859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C519384-2192-432B-B768-64B4BC2DA9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42" y="36589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C77A9D-44F0-4289-A611-D8AF813570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88" y="3658981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858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0A54AEDC-E418-4E02-A713-6CE30C0CDD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41" y="3658979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24FECFE3-9F31-47B0-B17F-CF2A1CEE85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99" y="3718130"/>
              <a:ext cx="14097" cy="14096"/>
            </a:xfrm>
            <a:custGeom>
              <a:avLst/>
              <a:gdLst>
                <a:gd name="connsiteX0" fmla="*/ 14097 w 14097"/>
                <a:gd name="connsiteY0" fmla="*/ 7048 h 14096"/>
                <a:gd name="connsiteX1" fmla="*/ 7049 w 14097"/>
                <a:gd name="connsiteY1" fmla="*/ 14097 h 14096"/>
                <a:gd name="connsiteX2" fmla="*/ 0 w 14097"/>
                <a:gd name="connsiteY2" fmla="*/ 7048 h 14096"/>
                <a:gd name="connsiteX3" fmla="*/ 7049 w 14097"/>
                <a:gd name="connsiteY3" fmla="*/ 0 h 14096"/>
                <a:gd name="connsiteX4" fmla="*/ 14097 w 14097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8167DF4-8B16-419B-B7BA-2FD5FF6CC81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50" y="3718130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A543D24F-44C0-4DDF-A30E-8C8407548F0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95" y="3718130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9 w 14096"/>
                <a:gd name="connsiteY1" fmla="*/ 14097 h 14096"/>
                <a:gd name="connsiteX2" fmla="*/ 0 w 14096"/>
                <a:gd name="connsiteY2" fmla="*/ 7048 h 14096"/>
                <a:gd name="connsiteX3" fmla="*/ 7049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9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9" y="0"/>
                  </a:cubicBezTo>
                  <a:cubicBezTo>
                    <a:pt x="10859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63DEAE3C-3931-41EE-B4A1-F9385602BE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45" y="3718130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B11945CD-32F6-4C09-82AF-5510512312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292" y="3718128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858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109F44F-512F-4792-AED2-ECA80DDE16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40" y="3718133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54"/>
                    <a:pt x="10954" y="14097"/>
                    <a:pt x="7048" y="14097"/>
                  </a:cubicBezTo>
                  <a:cubicBezTo>
                    <a:pt x="3143" y="14097"/>
                    <a:pt x="0" y="10954"/>
                    <a:pt x="0" y="7048"/>
                  </a:cubicBezTo>
                  <a:cubicBezTo>
                    <a:pt x="0" y="3143"/>
                    <a:pt x="3143" y="0"/>
                    <a:pt x="7048" y="0"/>
                  </a:cubicBezTo>
                  <a:cubicBezTo>
                    <a:pt x="10954" y="0"/>
                    <a:pt x="14097" y="3143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9B9E19B-BC56-46F2-BFFF-1688CEA55A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48495" y="3777375"/>
              <a:ext cx="14097" cy="14099"/>
            </a:xfrm>
            <a:custGeom>
              <a:avLst/>
              <a:gdLst>
                <a:gd name="connsiteX0" fmla="*/ 14097 w 14097"/>
                <a:gd name="connsiteY0" fmla="*/ 7051 h 14099"/>
                <a:gd name="connsiteX1" fmla="*/ 7049 w 14097"/>
                <a:gd name="connsiteY1" fmla="*/ 14099 h 14099"/>
                <a:gd name="connsiteX2" fmla="*/ 0 w 14097"/>
                <a:gd name="connsiteY2" fmla="*/ 7051 h 14099"/>
                <a:gd name="connsiteX3" fmla="*/ 7049 w 14097"/>
                <a:gd name="connsiteY3" fmla="*/ 2 h 14099"/>
                <a:gd name="connsiteX4" fmla="*/ 14097 w 14097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7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F573BDDE-4AED-43FB-B8D1-B5F3708931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07650" y="3777375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FFDA684-6DFF-4629-830E-6F2ACAB8C30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266896" y="3777375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9 w 14096"/>
                <a:gd name="connsiteY1" fmla="*/ 14099 h 14099"/>
                <a:gd name="connsiteX2" fmla="*/ 0 w 14096"/>
                <a:gd name="connsiteY2" fmla="*/ 7051 h 14099"/>
                <a:gd name="connsiteX3" fmla="*/ 7049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9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9" y="2"/>
                  </a:cubicBezTo>
                  <a:cubicBezTo>
                    <a:pt x="10859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92E23250-6349-4726-AF61-08A57B3A2E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26055" y="3777354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954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536AAE6-5497-4B0A-9C9F-4EAA1BB322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85314" y="3777450"/>
              <a:ext cx="14096" cy="14099"/>
            </a:xfrm>
            <a:custGeom>
              <a:avLst/>
              <a:gdLst>
                <a:gd name="connsiteX0" fmla="*/ 14097 w 14096"/>
                <a:gd name="connsiteY0" fmla="*/ 7051 h 14099"/>
                <a:gd name="connsiteX1" fmla="*/ 7048 w 14096"/>
                <a:gd name="connsiteY1" fmla="*/ 14099 h 14099"/>
                <a:gd name="connsiteX2" fmla="*/ 0 w 14096"/>
                <a:gd name="connsiteY2" fmla="*/ 7051 h 14099"/>
                <a:gd name="connsiteX3" fmla="*/ 7048 w 14096"/>
                <a:gd name="connsiteY3" fmla="*/ 2 h 14099"/>
                <a:gd name="connsiteX4" fmla="*/ 14097 w 14096"/>
                <a:gd name="connsiteY4" fmla="*/ 7051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9">
                  <a:moveTo>
                    <a:pt x="14097" y="7051"/>
                  </a:moveTo>
                  <a:cubicBezTo>
                    <a:pt x="14097" y="10956"/>
                    <a:pt x="10954" y="14099"/>
                    <a:pt x="7048" y="14099"/>
                  </a:cubicBezTo>
                  <a:cubicBezTo>
                    <a:pt x="3143" y="14099"/>
                    <a:pt x="0" y="10956"/>
                    <a:pt x="0" y="7051"/>
                  </a:cubicBezTo>
                  <a:cubicBezTo>
                    <a:pt x="0" y="3145"/>
                    <a:pt x="3143" y="2"/>
                    <a:pt x="7048" y="2"/>
                  </a:cubicBezTo>
                  <a:cubicBezTo>
                    <a:pt x="10858" y="-93"/>
                    <a:pt x="14097" y="3145"/>
                    <a:pt x="14097" y="70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2B72898-B9DE-4574-BB20-0C317954D4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44424" y="3777424"/>
              <a:ext cx="14096" cy="14096"/>
            </a:xfrm>
            <a:custGeom>
              <a:avLst/>
              <a:gdLst>
                <a:gd name="connsiteX0" fmla="*/ 14097 w 14096"/>
                <a:gd name="connsiteY0" fmla="*/ 7048 h 14096"/>
                <a:gd name="connsiteX1" fmla="*/ 7048 w 14096"/>
                <a:gd name="connsiteY1" fmla="*/ 14097 h 14096"/>
                <a:gd name="connsiteX2" fmla="*/ 0 w 14096"/>
                <a:gd name="connsiteY2" fmla="*/ 7048 h 14096"/>
                <a:gd name="connsiteX3" fmla="*/ 7048 w 14096"/>
                <a:gd name="connsiteY3" fmla="*/ 0 h 14096"/>
                <a:gd name="connsiteX4" fmla="*/ 14097 w 14096"/>
                <a:gd name="connsiteY4" fmla="*/ 7048 h 1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6" h="14096">
                  <a:moveTo>
                    <a:pt x="14097" y="7048"/>
                  </a:moveTo>
                  <a:cubicBezTo>
                    <a:pt x="14097" y="10941"/>
                    <a:pt x="10941" y="14097"/>
                    <a:pt x="7048" y="14097"/>
                  </a:cubicBezTo>
                  <a:cubicBezTo>
                    <a:pt x="3156" y="14097"/>
                    <a:pt x="0" y="10941"/>
                    <a:pt x="0" y="7048"/>
                  </a:cubicBezTo>
                  <a:cubicBezTo>
                    <a:pt x="0" y="3156"/>
                    <a:pt x="3156" y="0"/>
                    <a:pt x="7048" y="0"/>
                  </a:cubicBezTo>
                  <a:cubicBezTo>
                    <a:pt x="10941" y="0"/>
                    <a:pt x="14097" y="3156"/>
                    <a:pt x="14097" y="7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7046798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TM16401375[[fn=Madison]]</Template>
  <TotalTime>936</TotalTime>
  <Words>317</Words>
  <Application>Microsoft Office PowerPoint</Application>
  <PresentationFormat>Widescreen</PresentationFormat>
  <Paragraphs>29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7" baseType="lpstr">
      <vt:lpstr>Aptos</vt:lpstr>
      <vt:lpstr>Aptos Display</vt:lpstr>
      <vt:lpstr>Arial</vt:lpstr>
      <vt:lpstr>Calibri</vt:lpstr>
      <vt:lpstr>Gautami</vt:lpstr>
      <vt:lpstr>Impact</vt:lpstr>
      <vt:lpstr>Wingdings</vt:lpstr>
      <vt:lpstr>Office Theme</vt:lpstr>
      <vt:lpstr>Умното осветление на бъдещето</vt:lpstr>
      <vt:lpstr>Проблемът</vt:lpstr>
      <vt:lpstr>Решението ни:</vt:lpstr>
      <vt:lpstr>Как работи:</vt:lpstr>
      <vt:lpstr>Код:</vt:lpstr>
      <vt:lpstr>Защо соларни панели?</vt:lpstr>
      <vt:lpstr>А защо не литиеви батерии?</vt:lpstr>
      <vt:lpstr>Развитие в бъдещето</vt:lpstr>
      <vt:lpstr>Благодарим за вниманието!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Deni</dc:creator>
  <cp:lastModifiedBy>Deni</cp:lastModifiedBy>
  <cp:revision>4</cp:revision>
  <dcterms:created xsi:type="dcterms:W3CDTF">2026-10-03T09:06:57Z</dcterms:created>
  <dcterms:modified xsi:type="dcterms:W3CDTF">2026-10-04T09:19:46Z</dcterms:modified>
</cp:coreProperties>
</file>